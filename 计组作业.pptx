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p>
            <a:pPr lvl="0" eaLnBrk="1" hangingPunct="1"/>
            <a:fld id="{9A0DB2DC-4C9A-4742-B13C-FB6460FD3503}" type="slidenum">
              <a:rPr lang="zh-CN" altLang="en-US" sz="13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3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11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1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48" tIns="49524" rIns="99048" bIns="49524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8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685800" indent="-263525" eaLnBrk="0" hangingPunct="0"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055370" indent="-210820" eaLnBrk="0" hangingPunct="0"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477010" indent="-210820" eaLnBrk="0" hangingPunct="0"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1899285" indent="-210820" eaLnBrk="0" hangingPunct="0"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320925" indent="-210820" algn="r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743200" indent="-210820" algn="r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165475" indent="-210820" algn="r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587115" indent="-210820" algn="r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/>
            <a:fld id="{A33CB9E7-D6D0-4FFB-B54F-5FE0A25E4426}" type="slidenum">
              <a:rPr lang="zh-CN" altLang="en-US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Rectangle 2"/>
          <p:cNvSpPr>
            <a:spLocks noGrp="1"/>
          </p:cNvSpPr>
          <p:nvPr>
            <p:ph type="title"/>
          </p:nvPr>
        </p:nvSpPr>
        <p:spPr>
          <a:xfrm>
            <a:off x="3024188" y="357188"/>
            <a:ext cx="7467600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第一章  习 题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095500" y="1857375"/>
            <a:ext cx="8072438" cy="419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algn="l" defTabSz="9144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en-US" altLang="zh-CN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P11. </a:t>
            </a:r>
            <a:endParaRPr kumimoji="1" lang="en-US" altLang="zh-CN" sz="3200" kern="0" cap="none" spc="0" normalizeH="0" baseline="0" noProof="0" dirty="0">
              <a:solidFill>
                <a:schemeClr val="tx2"/>
              </a:solidFill>
              <a:latin typeface="楷体_GB2312" charset="0"/>
              <a:ea typeface="+mn-ea"/>
              <a:cs typeface="楷体_GB2312" charset="0"/>
            </a:endParaRPr>
          </a:p>
          <a:p>
            <a:pPr marL="342900" marR="0" indent="-342900" algn="l" defTabSz="9144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zh-CN" altLang="en-US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习题：</a:t>
            </a:r>
            <a:r>
              <a:rPr kumimoji="1" lang="en-US" altLang="zh-CN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2,  3,  5,  7,  8</a:t>
            </a:r>
            <a:r>
              <a:rPr kumimoji="1" lang="zh-CN" altLang="en-US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，</a:t>
            </a:r>
            <a:r>
              <a:rPr kumimoji="1" lang="en-US" altLang="zh-CN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9</a:t>
            </a:r>
            <a:endParaRPr kumimoji="1" lang="en-US" altLang="zh-CN" sz="3200" kern="0" cap="none" spc="0" normalizeH="0" baseline="0" noProof="0" dirty="0">
              <a:solidFill>
                <a:schemeClr val="tx2"/>
              </a:solidFill>
              <a:latin typeface="楷体_GB2312" charset="0"/>
              <a:ea typeface="+mn-ea"/>
              <a:cs typeface="楷体_GB2312" charset="0"/>
            </a:endParaRPr>
          </a:p>
          <a:p>
            <a:pPr marR="0" indent="-342900" algn="l" defTabSz="9144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zh-CN" altLang="en-US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读书报告：（交报告及</a:t>
            </a:r>
            <a:r>
              <a:rPr kumimoji="1" lang="en-US" altLang="zh-CN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PPT</a:t>
            </a:r>
            <a:r>
              <a:rPr kumimoji="1" lang="zh-CN" altLang="en-US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）</a:t>
            </a:r>
            <a:endParaRPr kumimoji="1" lang="en-US" altLang="zh-CN" sz="3200" kern="0" cap="none" spc="0" normalizeH="0" baseline="0" noProof="0" dirty="0">
              <a:solidFill>
                <a:schemeClr val="tx2"/>
              </a:solidFill>
              <a:latin typeface="楷体_GB2312" charset="0"/>
              <a:ea typeface="+mn-ea"/>
              <a:cs typeface="楷体_GB2312" charset="0"/>
            </a:endParaRPr>
          </a:p>
          <a:p>
            <a:pPr marR="0" indent="-342900" algn="l" defTabSz="9144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zh-CN" altLang="en-US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多核</a:t>
            </a:r>
            <a:r>
              <a:rPr kumimoji="1" lang="en-US" altLang="zh-CN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GPU</a:t>
            </a:r>
            <a:r>
              <a:rPr kumimoji="1" lang="zh-CN" altLang="en-US" sz="3200" kern="0" cap="none" spc="0" normalizeH="0" baseline="0" noProof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在体系架构上和技术上的发展方向，为提高多核</a:t>
            </a:r>
            <a:r>
              <a:rPr kumimoji="1" lang="en-US" altLang="zh-CN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GPU</a:t>
            </a:r>
            <a:r>
              <a:rPr kumimoji="1" lang="zh-CN" altLang="en-US" sz="3200" kern="0" cap="none" spc="0" normalizeH="0" baseline="0" noProof="0" dirty="0">
                <a:solidFill>
                  <a:schemeClr val="tx2"/>
                </a:solidFill>
                <a:latin typeface="楷体_GB2312" charset="0"/>
                <a:ea typeface="+mn-ea"/>
                <a:cs typeface="楷体_GB2312" charset="0"/>
              </a:rPr>
              <a:t>效率，基于多核并行处理编程上必须解决哪些关键技术？提出解决问题的方案或设想。</a:t>
            </a:r>
            <a:endParaRPr kumimoji="1" lang="en-US" altLang="zh-CN" sz="3200" kern="0" cap="none" spc="0" normalizeH="0" baseline="0" noProof="0" dirty="0">
              <a:solidFill>
                <a:schemeClr val="tx2"/>
              </a:solidFill>
              <a:latin typeface="楷体_GB2312" charset="0"/>
              <a:ea typeface="+mn-ea"/>
              <a:cs typeface="楷体_GB2312" charset="0"/>
            </a:endParaRPr>
          </a:p>
          <a:p>
            <a:pPr marL="342900" marR="0" indent="-342900" algn="l" defTabSz="9144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endParaRPr kumimoji="1" lang="zh-CN" altLang="en-US" sz="3200" b="0" kern="0" cap="none" spc="0" normalizeH="0" baseline="0" noProof="0" dirty="0">
              <a:solidFill>
                <a:schemeClr val="tx1"/>
              </a:solidFill>
              <a:latin typeface="楷体_GB2312" charset="0"/>
              <a:ea typeface="+mn-ea"/>
              <a:cs typeface="楷体_GB231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048000" y="381000"/>
            <a:ext cx="7467600" cy="762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1" lang="zh-CN" altLang="en-US" sz="2800" kern="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习题</a:t>
            </a:r>
            <a:endParaRPr kumimoji="1" lang="zh-CN" altLang="en-US" sz="2000" kern="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172035" name="TextBox 2"/>
          <p:cNvSpPr txBox="1">
            <a:spLocks noChangeArrowheads="1"/>
          </p:cNvSpPr>
          <p:nvPr/>
        </p:nvSpPr>
        <p:spPr bwMode="auto">
          <a:xfrm>
            <a:off x="2731135" y="1553210"/>
            <a:ext cx="7477125" cy="365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marL="514350" indent="-514350" eaLnBrk="0" hangingPunct="0"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marL="742950" indent="-285750" eaLnBrk="0" hangingPunct="0"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 eaLnBrk="0" hangingPunct="0"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marL="1600200" indent="-228600" eaLnBrk="0" hangingPunct="0"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marL="2057400" indent="-228600" eaLnBrk="0" hangingPunct="0"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66FF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l" eaLnBrk="1" hangingPunct="1"/>
            <a:r>
              <a:rPr lang="en-US" altLang="zh-CN" sz="3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P30</a:t>
            </a:r>
            <a:endParaRPr lang="zh-CN" altLang="en-US" sz="30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en-US" altLang="zh-CN" sz="3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3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endParaRPr lang="en-US" altLang="zh-CN" sz="30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en-US" altLang="zh-CN" sz="3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P69</a:t>
            </a:r>
            <a:endParaRPr lang="en-US" altLang="zh-CN" sz="30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习题：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25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26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27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28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29</a:t>
            </a:r>
            <a:r>
              <a:rPr lang="zh-CN" altLang="en-US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endParaRPr lang="en-US" altLang="zh-CN" sz="30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endParaRPr lang="zh-CN" altLang="en-US" sz="30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WPS 演示</Application>
  <PresentationFormat>宽屏</PresentationFormat>
  <Paragraphs>16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黑体</vt:lpstr>
      <vt:lpstr>楷体_GB2312</vt:lpstr>
      <vt:lpstr>新宋体</vt:lpstr>
      <vt:lpstr>Times New Roman</vt:lpstr>
      <vt:lpstr>楷体_GB2312</vt:lpstr>
      <vt:lpstr>华文新魏</vt:lpstr>
      <vt:lpstr>微软雅黑</vt:lpstr>
      <vt:lpstr>Arial Unicode MS</vt:lpstr>
      <vt:lpstr>Calibri</vt:lpstr>
      <vt:lpstr>WPS</vt:lpstr>
      <vt:lpstr>第一章  习 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super speed</cp:lastModifiedBy>
  <cp:revision>161</cp:revision>
  <dcterms:created xsi:type="dcterms:W3CDTF">2019-06-19T02:08:00Z</dcterms:created>
  <dcterms:modified xsi:type="dcterms:W3CDTF">2026-03-22T03:15:13Z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D785DF3057F640F59CD61C87100A589E_11</vt:lpwstr>
  </property>
</Properties>
</file>