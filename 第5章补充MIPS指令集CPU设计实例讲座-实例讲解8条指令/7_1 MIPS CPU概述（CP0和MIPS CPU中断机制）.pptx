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p:sldMasterIdLst>
    <p:sldMasterId id="2147483648" r:id="rId1"/>
  </p:sldMasterIdLst>
  <p:notesMasterIdLst>
    <p:notesMasterId r:id="rId20"/>
  </p:notesMasterIdLst>
  <p:handoutMasterIdLst>
    <p:handoutMasterId r:id="rId21"/>
  </p:handoutMasterIdLst>
  <p:sldIdLst>
    <p:sldId id="735" r:id="rId2"/>
    <p:sldId id="736" r:id="rId3"/>
    <p:sldId id="763" r:id="rId4"/>
    <p:sldId id="765" r:id="rId5"/>
    <p:sldId id="766" r:id="rId6"/>
    <p:sldId id="768" r:id="rId7"/>
    <p:sldId id="769" r:id="rId8"/>
    <p:sldId id="781" r:id="rId9"/>
    <p:sldId id="782" r:id="rId10"/>
    <p:sldId id="785" r:id="rId11"/>
    <p:sldId id="786" r:id="rId12"/>
    <p:sldId id="787" r:id="rId13"/>
    <p:sldId id="788" r:id="rId14"/>
    <p:sldId id="789" r:id="rId15"/>
    <p:sldId id="792" r:id="rId16"/>
    <p:sldId id="791" r:id="rId17"/>
    <p:sldId id="793" r:id="rId18"/>
    <p:sldId id="737" r:id="rId19"/>
  </p:sldIdLst>
  <p:sldSz cx="9144000" cy="6858000" type="screen4x3"/>
  <p:notesSz cx="7099300" cy="10234613"/>
  <p:defaultTextStyle>
    <a:defPPr>
      <a:defRPr lang="zh-CN"/>
    </a:defPPr>
    <a:lvl1pPr algn="l" rtl="0" fontAlgn="base">
      <a:spcBef>
        <a:spcPct val="0"/>
      </a:spcBef>
      <a:spcAft>
        <a:spcPct val="0"/>
      </a:spcAft>
      <a:defRPr sz="2400" kern="1200">
        <a:solidFill>
          <a:schemeClr val="tx2"/>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sz="2400" kern="1200">
        <a:solidFill>
          <a:schemeClr val="tx2"/>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sz="2400" kern="1200">
        <a:solidFill>
          <a:schemeClr val="tx2"/>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sz="2400" kern="1200">
        <a:solidFill>
          <a:schemeClr val="tx2"/>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sz="2400" kern="1200">
        <a:solidFill>
          <a:schemeClr val="tx2"/>
        </a:solidFill>
        <a:latin typeface="Arial" panose="020B0604020202020204" pitchFamily="34" charset="0"/>
        <a:ea typeface="宋体" panose="02010600030101010101" pitchFamily="2" charset="-122"/>
        <a:cs typeface="+mn-cs"/>
      </a:defRPr>
    </a:lvl5pPr>
    <a:lvl6pPr marL="2286000" algn="l" defTabSz="914400" rtl="0" eaLnBrk="1" latinLnBrk="0" hangingPunct="1">
      <a:defRPr sz="2400" kern="1200">
        <a:solidFill>
          <a:schemeClr val="tx2"/>
        </a:solidFill>
        <a:latin typeface="Arial" panose="020B0604020202020204" pitchFamily="34" charset="0"/>
        <a:ea typeface="宋体" panose="02010600030101010101" pitchFamily="2" charset="-122"/>
        <a:cs typeface="+mn-cs"/>
      </a:defRPr>
    </a:lvl6pPr>
    <a:lvl7pPr marL="2743200" algn="l" defTabSz="914400" rtl="0" eaLnBrk="1" latinLnBrk="0" hangingPunct="1">
      <a:defRPr sz="2400" kern="1200">
        <a:solidFill>
          <a:schemeClr val="tx2"/>
        </a:solidFill>
        <a:latin typeface="Arial" panose="020B0604020202020204" pitchFamily="34" charset="0"/>
        <a:ea typeface="宋体" panose="02010600030101010101" pitchFamily="2" charset="-122"/>
        <a:cs typeface="+mn-cs"/>
      </a:defRPr>
    </a:lvl7pPr>
    <a:lvl8pPr marL="3200400" algn="l" defTabSz="914400" rtl="0" eaLnBrk="1" latinLnBrk="0" hangingPunct="1">
      <a:defRPr sz="2400" kern="1200">
        <a:solidFill>
          <a:schemeClr val="tx2"/>
        </a:solidFill>
        <a:latin typeface="Arial" panose="020B0604020202020204" pitchFamily="34" charset="0"/>
        <a:ea typeface="宋体" panose="02010600030101010101" pitchFamily="2" charset="-122"/>
        <a:cs typeface="+mn-cs"/>
      </a:defRPr>
    </a:lvl8pPr>
    <a:lvl9pPr marL="3657600" algn="l" defTabSz="914400" rtl="0" eaLnBrk="1" latinLnBrk="0" hangingPunct="1">
      <a:defRPr sz="2400" kern="1200">
        <a:solidFill>
          <a:schemeClr val="tx2"/>
        </a:solidFill>
        <a:latin typeface="Arial" panose="020B060402020202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619D"/>
    <a:srgbClr val="000000"/>
    <a:srgbClr val="DA2A22"/>
    <a:srgbClr val="15994D"/>
    <a:srgbClr val="342275"/>
    <a:srgbClr val="E67A1C"/>
    <a:srgbClr val="E57717"/>
    <a:srgbClr val="5891D6"/>
    <a:srgbClr val="72A2DC"/>
    <a:srgbClr val="EE9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300" autoAdjust="0"/>
    <p:restoredTop sz="95119" autoAdjust="0"/>
  </p:normalViewPr>
  <p:slideViewPr>
    <p:cSldViewPr snapToGrid="0" showGuides="1">
      <p:cViewPr varScale="1">
        <p:scale>
          <a:sx n="95" d="100"/>
          <a:sy n="95" d="100"/>
        </p:scale>
        <p:origin x="-528" y="-102"/>
      </p:cViewPr>
      <p:guideLst>
        <p:guide orient="horz" pos="570"/>
        <p:guide pos="286"/>
        <p:guide pos="548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Grid="0" showGuides="1">
      <p:cViewPr varScale="1">
        <p:scale>
          <a:sx n="74" d="100"/>
          <a:sy n="74" d="100"/>
        </p:scale>
        <p:origin x="-4026" y="-120"/>
      </p:cViewPr>
      <p:guideLst>
        <p:guide orient="horz" pos="3211"/>
        <p:guide pos="2236"/>
      </p:guideLst>
    </p:cSldViewPr>
  </p:notes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6575" cy="511175"/>
          </a:xfrm>
          <a:prstGeom prst="rect">
            <a:avLst/>
          </a:prstGeom>
        </p:spPr>
        <p:txBody>
          <a:bodyPr vert="horz" lIns="99048" tIns="49524" rIns="99048" bIns="49524" rtlCol="0"/>
          <a:lstStyle>
            <a:lvl1pPr algn="l">
              <a:defRPr sz="1300" dirty="0">
                <a:latin typeface="Arial" panose="020B0604020202020204" pitchFamily="34" charset="0"/>
                <a:ea typeface="微软雅黑" panose="020B0503020204020204" pitchFamily="34" charset="-122"/>
              </a:defRPr>
            </a:lvl1pPr>
          </a:lstStyle>
          <a:p>
            <a:pPr>
              <a:defRPr/>
            </a:pPr>
            <a:endParaRPr lang="zh-CN" altLang="en-US"/>
          </a:p>
        </p:txBody>
      </p:sp>
      <p:sp>
        <p:nvSpPr>
          <p:cNvPr id="3" name="日期占位符 2"/>
          <p:cNvSpPr>
            <a:spLocks noGrp="1"/>
          </p:cNvSpPr>
          <p:nvPr>
            <p:ph type="dt" sz="quarter" idx="1"/>
          </p:nvPr>
        </p:nvSpPr>
        <p:spPr>
          <a:xfrm>
            <a:off x="4021138" y="0"/>
            <a:ext cx="3076575" cy="511175"/>
          </a:xfrm>
          <a:prstGeom prst="rect">
            <a:avLst/>
          </a:prstGeom>
        </p:spPr>
        <p:txBody>
          <a:bodyPr vert="horz" lIns="99048" tIns="49524" rIns="99048" bIns="49524" rtlCol="0"/>
          <a:lstStyle>
            <a:lvl1pPr algn="r">
              <a:defRPr sz="1300" smtClean="0">
                <a:latin typeface="Arial" panose="020B0604020202020204" pitchFamily="34" charset="0"/>
                <a:ea typeface="微软雅黑" panose="020B0503020204020204" pitchFamily="34" charset="-122"/>
              </a:defRPr>
            </a:lvl1pPr>
          </a:lstStyle>
          <a:p>
            <a:pPr>
              <a:defRPr/>
            </a:pPr>
            <a:fld id="{83A91915-E571-4570-80B3-E65B02A79A95}" type="datetimeFigureOut">
              <a:rPr lang="zh-CN" altLang="en-US"/>
              <a:t>2018/3/6</a:t>
            </a:fld>
            <a:endParaRPr lang="zh-CN" altLang="en-US" dirty="0"/>
          </a:p>
        </p:txBody>
      </p:sp>
      <p:sp>
        <p:nvSpPr>
          <p:cNvPr id="4" name="页脚占位符 3"/>
          <p:cNvSpPr>
            <a:spLocks noGrp="1"/>
          </p:cNvSpPr>
          <p:nvPr>
            <p:ph type="ftr" sz="quarter" idx="2"/>
          </p:nvPr>
        </p:nvSpPr>
        <p:spPr>
          <a:xfrm>
            <a:off x="0" y="9721850"/>
            <a:ext cx="3076575" cy="511175"/>
          </a:xfrm>
          <a:prstGeom prst="rect">
            <a:avLst/>
          </a:prstGeom>
        </p:spPr>
        <p:txBody>
          <a:bodyPr vert="horz" lIns="99048" tIns="49524" rIns="99048" bIns="49524" rtlCol="0" anchor="b"/>
          <a:lstStyle>
            <a:lvl1pPr algn="l">
              <a:defRPr sz="1300" dirty="0">
                <a:latin typeface="Arial" panose="020B0604020202020204" pitchFamily="34" charset="0"/>
                <a:ea typeface="微软雅黑" panose="020B0503020204020204" pitchFamily="34" charset="-122"/>
              </a:defRPr>
            </a:lvl1pPr>
          </a:lstStyle>
          <a:p>
            <a:pPr>
              <a:defRPr/>
            </a:pPr>
            <a:endParaRPr lang="zh-CN" altLang="en-US"/>
          </a:p>
        </p:txBody>
      </p:sp>
      <p:sp>
        <p:nvSpPr>
          <p:cNvPr id="5" name="灯片编号占位符 4"/>
          <p:cNvSpPr>
            <a:spLocks noGrp="1"/>
          </p:cNvSpPr>
          <p:nvPr>
            <p:ph type="sldNum" sz="quarter" idx="3"/>
          </p:nvPr>
        </p:nvSpPr>
        <p:spPr>
          <a:xfrm>
            <a:off x="4021138" y="9721850"/>
            <a:ext cx="3076575" cy="511175"/>
          </a:xfrm>
          <a:prstGeom prst="rect">
            <a:avLst/>
          </a:prstGeom>
        </p:spPr>
        <p:txBody>
          <a:bodyPr vert="horz" wrap="square" lIns="99048" tIns="49524" rIns="99048" bIns="49524" numCol="1" anchor="b" anchorCtr="0" compatLnSpc="1"/>
          <a:lstStyle>
            <a:lvl1pPr algn="r">
              <a:defRPr sz="1300">
                <a:ea typeface="微软雅黑" panose="020B0503020204020204" pitchFamily="34" charset="-122"/>
              </a:defRPr>
            </a:lvl1pPr>
          </a:lstStyle>
          <a:p>
            <a:fld id="{E0BB458E-555F-42C7-BDA8-CA9357AC47B4}" type="slidenum">
              <a:rPr lang="zh-CN" altLang="en-US"/>
              <a:t>‹#›</a:t>
            </a:fld>
            <a:endParaRPr lang="zh-CN" altLang="en-US"/>
          </a:p>
        </p:txBody>
      </p:sp>
    </p:spTree>
    <p:extLst>
      <p:ext uri="{BB962C8B-B14F-4D97-AF65-F5344CB8AC3E}">
        <p14:creationId xmlns:p14="http://schemas.microsoft.com/office/powerpoint/2010/main" val="232606420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hdr" sz="quarter"/>
          </p:nvPr>
        </p:nvSpPr>
        <p:spPr bwMode="auto">
          <a:xfrm>
            <a:off x="0" y="0"/>
            <a:ext cx="3076575" cy="511175"/>
          </a:xfrm>
          <a:prstGeom prst="rect">
            <a:avLst/>
          </a:prstGeom>
          <a:noFill/>
          <a:ln w="9525">
            <a:noFill/>
            <a:miter lim="800000"/>
          </a:ln>
          <a:effectLst/>
        </p:spPr>
        <p:txBody>
          <a:bodyPr vert="horz" wrap="square" lIns="99048" tIns="49524" rIns="99048" bIns="49524" numCol="1" anchor="t" anchorCtr="0" compatLnSpc="1"/>
          <a:lstStyle>
            <a:lvl1pPr algn="l">
              <a:defRPr sz="1300" dirty="0">
                <a:solidFill>
                  <a:schemeClr val="tx1"/>
                </a:solidFill>
                <a:latin typeface="Arial" panose="020B0604020202020204" pitchFamily="34" charset="0"/>
                <a:ea typeface="微软雅黑" panose="020B0503020204020204" pitchFamily="34" charset="-122"/>
              </a:defRPr>
            </a:lvl1pPr>
          </a:lstStyle>
          <a:p>
            <a:pPr>
              <a:defRPr/>
            </a:pPr>
            <a:endParaRPr lang="en-US" altLang="zh-CN"/>
          </a:p>
        </p:txBody>
      </p:sp>
      <p:sp>
        <p:nvSpPr>
          <p:cNvPr id="10243" name="Rectangle 3"/>
          <p:cNvSpPr>
            <a:spLocks noGrp="1" noChangeArrowheads="1"/>
          </p:cNvSpPr>
          <p:nvPr>
            <p:ph type="dt" idx="1"/>
          </p:nvPr>
        </p:nvSpPr>
        <p:spPr bwMode="auto">
          <a:xfrm>
            <a:off x="4021138" y="0"/>
            <a:ext cx="3076575" cy="511175"/>
          </a:xfrm>
          <a:prstGeom prst="rect">
            <a:avLst/>
          </a:prstGeom>
          <a:noFill/>
          <a:ln w="9525">
            <a:noFill/>
            <a:miter lim="800000"/>
          </a:ln>
          <a:effectLst/>
        </p:spPr>
        <p:txBody>
          <a:bodyPr vert="horz" wrap="square" lIns="99048" tIns="49524" rIns="99048" bIns="49524" numCol="1" anchor="t" anchorCtr="0" compatLnSpc="1"/>
          <a:lstStyle>
            <a:lvl1pPr algn="r">
              <a:defRPr sz="1300" dirty="0">
                <a:solidFill>
                  <a:schemeClr val="tx1"/>
                </a:solidFill>
                <a:latin typeface="Arial" panose="020B0604020202020204" pitchFamily="34" charset="0"/>
                <a:ea typeface="微软雅黑" panose="020B0503020204020204" pitchFamily="34" charset="-122"/>
              </a:defRPr>
            </a:lvl1pPr>
          </a:lstStyle>
          <a:p>
            <a:pPr>
              <a:defRPr/>
            </a:pPr>
            <a:endParaRPr lang="en-US" altLang="zh-CN"/>
          </a:p>
        </p:txBody>
      </p:sp>
      <p:sp>
        <p:nvSpPr>
          <p:cNvPr id="16388" name="Rectangle 4"/>
          <p:cNvSpPr>
            <a:spLocks noGrp="1" noRot="1" noChangeAspect="1" noChangeArrowheads="1" noTextEdit="1"/>
          </p:cNvSpPr>
          <p:nvPr>
            <p:ph type="sldImg" idx="2"/>
          </p:nvPr>
        </p:nvSpPr>
        <p:spPr bwMode="auto">
          <a:xfrm>
            <a:off x="992188" y="768350"/>
            <a:ext cx="5114925" cy="3836988"/>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10245" name="Rectangle 5"/>
          <p:cNvSpPr>
            <a:spLocks noGrp="1" noChangeArrowheads="1"/>
          </p:cNvSpPr>
          <p:nvPr>
            <p:ph type="body" sz="quarter" idx="3"/>
          </p:nvPr>
        </p:nvSpPr>
        <p:spPr bwMode="auto">
          <a:xfrm>
            <a:off x="709613" y="4860925"/>
            <a:ext cx="5680075" cy="4605338"/>
          </a:xfrm>
          <a:prstGeom prst="rect">
            <a:avLst/>
          </a:prstGeom>
          <a:noFill/>
          <a:ln w="9525">
            <a:noFill/>
            <a:miter lim="800000"/>
          </a:ln>
          <a:effectLst/>
        </p:spPr>
        <p:txBody>
          <a:bodyPr vert="horz" wrap="square" lIns="99048" tIns="49524" rIns="99048" bIns="49524" numCol="1" anchor="t" anchorCtr="0" compatLnSpc="1"/>
          <a:lstStyle/>
          <a:p>
            <a:pPr lvl="0"/>
            <a:r>
              <a:rPr lang="zh-CN" altLang="en-US" noProof="0" dirty="0" smtClean="0"/>
              <a:t>单击此处编辑母版文本样式</a:t>
            </a:r>
          </a:p>
          <a:p>
            <a:pPr lvl="1"/>
            <a:r>
              <a:rPr lang="zh-CN" altLang="en-US" noProof="0" dirty="0" smtClean="0"/>
              <a:t>第二级</a:t>
            </a:r>
          </a:p>
          <a:p>
            <a:pPr lvl="2"/>
            <a:r>
              <a:rPr lang="zh-CN" altLang="en-US" noProof="0" dirty="0" smtClean="0"/>
              <a:t>第三级</a:t>
            </a:r>
          </a:p>
          <a:p>
            <a:pPr lvl="3"/>
            <a:r>
              <a:rPr lang="zh-CN" altLang="en-US" noProof="0" dirty="0" smtClean="0"/>
              <a:t>第四级</a:t>
            </a:r>
          </a:p>
          <a:p>
            <a:pPr lvl="4"/>
            <a:r>
              <a:rPr lang="zh-CN" altLang="en-US" noProof="0" dirty="0" smtClean="0"/>
              <a:t>第五级</a:t>
            </a:r>
          </a:p>
        </p:txBody>
      </p:sp>
      <p:sp>
        <p:nvSpPr>
          <p:cNvPr id="10246" name="Rectangle 6"/>
          <p:cNvSpPr>
            <a:spLocks noGrp="1" noChangeArrowheads="1"/>
          </p:cNvSpPr>
          <p:nvPr>
            <p:ph type="ftr" sz="quarter" idx="4"/>
          </p:nvPr>
        </p:nvSpPr>
        <p:spPr bwMode="auto">
          <a:xfrm>
            <a:off x="0" y="9721850"/>
            <a:ext cx="3076575" cy="511175"/>
          </a:xfrm>
          <a:prstGeom prst="rect">
            <a:avLst/>
          </a:prstGeom>
          <a:noFill/>
          <a:ln w="9525">
            <a:noFill/>
            <a:miter lim="800000"/>
          </a:ln>
          <a:effectLst/>
        </p:spPr>
        <p:txBody>
          <a:bodyPr vert="horz" wrap="square" lIns="99048" tIns="49524" rIns="99048" bIns="49524" numCol="1" anchor="b" anchorCtr="0" compatLnSpc="1"/>
          <a:lstStyle>
            <a:lvl1pPr algn="l">
              <a:defRPr sz="1300" dirty="0">
                <a:solidFill>
                  <a:schemeClr val="tx1"/>
                </a:solidFill>
                <a:latin typeface="Arial" panose="020B0604020202020204" pitchFamily="34" charset="0"/>
                <a:ea typeface="微软雅黑" panose="020B0503020204020204" pitchFamily="34" charset="-122"/>
              </a:defRPr>
            </a:lvl1pPr>
          </a:lstStyle>
          <a:p>
            <a:pPr>
              <a:defRPr/>
            </a:pPr>
            <a:endParaRPr lang="en-US" altLang="zh-CN"/>
          </a:p>
        </p:txBody>
      </p:sp>
      <p:sp>
        <p:nvSpPr>
          <p:cNvPr id="10247" name="Rectangle 7"/>
          <p:cNvSpPr>
            <a:spLocks noGrp="1" noChangeArrowheads="1"/>
          </p:cNvSpPr>
          <p:nvPr>
            <p:ph type="sldNum" sz="quarter" idx="5"/>
          </p:nvPr>
        </p:nvSpPr>
        <p:spPr bwMode="auto">
          <a:xfrm>
            <a:off x="4021138" y="9721850"/>
            <a:ext cx="3076575" cy="511175"/>
          </a:xfrm>
          <a:prstGeom prst="rect">
            <a:avLst/>
          </a:prstGeom>
          <a:noFill/>
          <a:ln w="9525">
            <a:noFill/>
            <a:miter lim="800000"/>
          </a:ln>
          <a:effectLst/>
        </p:spPr>
        <p:txBody>
          <a:bodyPr vert="horz" wrap="square" lIns="99048" tIns="49524" rIns="99048" bIns="49524" numCol="1" anchor="b" anchorCtr="0" compatLnSpc="1"/>
          <a:lstStyle>
            <a:lvl1pPr algn="r">
              <a:defRPr sz="1300">
                <a:solidFill>
                  <a:schemeClr val="tx1"/>
                </a:solidFill>
                <a:ea typeface="微软雅黑" panose="020B0503020204020204" pitchFamily="34" charset="-122"/>
              </a:defRPr>
            </a:lvl1pPr>
          </a:lstStyle>
          <a:p>
            <a:fld id="{0B48A77E-79FB-4BFF-B1F0-CFD29F30865E}" type="slidenum">
              <a:rPr lang="en-US" altLang="zh-CN"/>
              <a:t>‹#›</a:t>
            </a:fld>
            <a:endParaRPr lang="en-US" altLang="zh-CN"/>
          </a:p>
        </p:txBody>
      </p:sp>
    </p:spTree>
    <p:extLst>
      <p:ext uri="{BB962C8B-B14F-4D97-AF65-F5344CB8AC3E}">
        <p14:creationId xmlns:p14="http://schemas.microsoft.com/office/powerpoint/2010/main" val="75556926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微软雅黑" panose="020B0503020204020204" pitchFamily="34"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微软雅黑" panose="020B0503020204020204" pitchFamily="34"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微软雅黑" panose="020B0503020204020204" pitchFamily="34"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微软雅黑" panose="020B0503020204020204" pitchFamily="34"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微软雅黑"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B48A77E-79FB-4BFF-B1F0-CFD29F30865E}" type="slidenum">
              <a:rPr lang="en-US" altLang="zh-CN" smtClean="0"/>
              <a:t>1</a:t>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2</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3</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4</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5</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6</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7</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8</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9</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10</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11</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12</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13</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14</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dirty="0" smtClean="0">
                <a:latin typeface="Arial" panose="020B0604020202020204" pitchFamily="34" charset="0"/>
              </a:rPr>
              <a:t>PIC</a:t>
            </a:r>
            <a:r>
              <a:rPr lang="zh-CN" altLang="en-US" dirty="0" smtClean="0">
                <a:latin typeface="Arial" panose="020B0604020202020204" pitchFamily="34" charset="0"/>
              </a:rPr>
              <a:t>：可编程中断控制器</a:t>
            </a:r>
            <a:endParaRPr lang="zh-CN" altLang="zh-CN" dirty="0" smtClean="0">
              <a:latin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15</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16</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空白1">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grpSp>
        <p:nvGrpSpPr>
          <p:cNvPr id="4" name="组合 3"/>
          <p:cNvGrpSpPr/>
          <p:nvPr userDrawn="1"/>
        </p:nvGrpSpPr>
        <p:grpSpPr>
          <a:xfrm>
            <a:off x="0" y="6126486"/>
            <a:ext cx="9143999" cy="731514"/>
            <a:chOff x="1" y="2947547"/>
            <a:chExt cx="9143999" cy="2827685"/>
          </a:xfrm>
        </p:grpSpPr>
        <p:sp>
          <p:nvSpPr>
            <p:cNvPr id="5" name="任意多边形 4"/>
            <p:cNvSpPr/>
            <p:nvPr/>
          </p:nvSpPr>
          <p:spPr>
            <a:xfrm>
              <a:off x="1" y="2947547"/>
              <a:ext cx="9143999" cy="2297356"/>
            </a:xfrm>
            <a:custGeom>
              <a:avLst/>
              <a:gdLst>
                <a:gd name="connsiteX0" fmla="*/ 9143999 w 9143999"/>
                <a:gd name="connsiteY0" fmla="*/ 0 h 2051818"/>
                <a:gd name="connsiteX1" fmla="*/ 9143999 w 9143999"/>
                <a:gd name="connsiteY1" fmla="*/ 2051818 h 2051818"/>
                <a:gd name="connsiteX2" fmla="*/ 0 w 9143999"/>
                <a:gd name="connsiteY2" fmla="*/ 2051818 h 2051818"/>
                <a:gd name="connsiteX3" fmla="*/ 0 w 9143999"/>
                <a:gd name="connsiteY3" fmla="*/ 1204077 h 2051818"/>
                <a:gd name="connsiteX4" fmla="*/ 6027 w 9143999"/>
                <a:gd name="connsiteY4" fmla="*/ 1207403 h 2051818"/>
                <a:gd name="connsiteX5" fmla="*/ 7674511 w 9143999"/>
                <a:gd name="connsiteY5" fmla="*/ 718908 h 2051818"/>
                <a:gd name="connsiteX6" fmla="*/ 9044856 w 9143999"/>
                <a:gd name="connsiteY6" fmla="*/ 57555 h 2051818"/>
                <a:gd name="connsiteX7" fmla="*/ 9143999 w 9143999"/>
                <a:gd name="connsiteY7" fmla="*/ 0 h 2051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3999" h="2051818">
                  <a:moveTo>
                    <a:pt x="9143999" y="0"/>
                  </a:moveTo>
                  <a:lnTo>
                    <a:pt x="9143999" y="2051818"/>
                  </a:lnTo>
                  <a:lnTo>
                    <a:pt x="0" y="2051818"/>
                  </a:lnTo>
                  <a:lnTo>
                    <a:pt x="0" y="1204077"/>
                  </a:lnTo>
                  <a:lnTo>
                    <a:pt x="6027" y="1207403"/>
                  </a:lnTo>
                  <a:cubicBezTo>
                    <a:pt x="2066505" y="2238985"/>
                    <a:pt x="5621740" y="1499327"/>
                    <a:pt x="7674511" y="718908"/>
                  </a:cubicBezTo>
                  <a:cubicBezTo>
                    <a:pt x="8085065" y="562824"/>
                    <a:pt x="8552064" y="336225"/>
                    <a:pt x="9044856" y="57555"/>
                  </a:cubicBezTo>
                  <a:lnTo>
                    <a:pt x="9143999" y="0"/>
                  </a:lnTo>
                  <a:close/>
                </a:path>
              </a:pathLst>
            </a:custGeom>
            <a:gradFill>
              <a:gsLst>
                <a:gs pos="0">
                  <a:srgbClr val="04619D"/>
                </a:gs>
                <a:gs pos="100000">
                  <a:srgbClr val="342275">
                    <a:alpha val="8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zh-CN" altLang="en-US"/>
            </a:p>
          </p:txBody>
        </p:sp>
        <p:sp>
          <p:nvSpPr>
            <p:cNvPr id="6" name="任意多边形 5"/>
            <p:cNvSpPr/>
            <p:nvPr/>
          </p:nvSpPr>
          <p:spPr>
            <a:xfrm>
              <a:off x="1" y="3559995"/>
              <a:ext cx="9143999" cy="2215237"/>
            </a:xfrm>
            <a:custGeom>
              <a:avLst/>
              <a:gdLst>
                <a:gd name="connsiteX0" fmla="*/ 9143999 w 9143999"/>
                <a:gd name="connsiteY0" fmla="*/ 0 h 3478011"/>
                <a:gd name="connsiteX1" fmla="*/ 9143999 w 9143999"/>
                <a:gd name="connsiteY1" fmla="*/ 1393716 h 3478011"/>
                <a:gd name="connsiteX2" fmla="*/ 9143999 w 9143999"/>
                <a:gd name="connsiteY2" fmla="*/ 1513865 h 3478011"/>
                <a:gd name="connsiteX3" fmla="*/ 9143999 w 9143999"/>
                <a:gd name="connsiteY3" fmla="*/ 3478011 h 3478011"/>
                <a:gd name="connsiteX4" fmla="*/ 0 w 9143999"/>
                <a:gd name="connsiteY4" fmla="*/ 3478011 h 3478011"/>
                <a:gd name="connsiteX5" fmla="*/ 0 w 9143999"/>
                <a:gd name="connsiteY5" fmla="*/ 1513865 h 3478011"/>
                <a:gd name="connsiteX6" fmla="*/ 0 w 9143999"/>
                <a:gd name="connsiteY6" fmla="*/ 1393716 h 3478011"/>
                <a:gd name="connsiteX7" fmla="*/ 0 w 9143999"/>
                <a:gd name="connsiteY7" fmla="*/ 846204 h 3478011"/>
                <a:gd name="connsiteX8" fmla="*/ 303379 w 9143999"/>
                <a:gd name="connsiteY8" fmla="*/ 970246 h 3478011"/>
                <a:gd name="connsiteX9" fmla="*/ 8360497 w 9143999"/>
                <a:gd name="connsiteY9" fmla="*/ 342756 h 3478011"/>
                <a:gd name="connsiteX10" fmla="*/ 8941037 w 9143999"/>
                <a:gd name="connsiteY10" fmla="*/ 98098 h 3478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143999" h="3478011">
                  <a:moveTo>
                    <a:pt x="9143999" y="0"/>
                  </a:moveTo>
                  <a:lnTo>
                    <a:pt x="9143999" y="1393716"/>
                  </a:lnTo>
                  <a:lnTo>
                    <a:pt x="9143999" y="1513865"/>
                  </a:lnTo>
                  <a:lnTo>
                    <a:pt x="9143999" y="3478011"/>
                  </a:lnTo>
                  <a:lnTo>
                    <a:pt x="0" y="3478011"/>
                  </a:lnTo>
                  <a:lnTo>
                    <a:pt x="0" y="1513865"/>
                  </a:lnTo>
                  <a:lnTo>
                    <a:pt x="0" y="1393716"/>
                  </a:lnTo>
                  <a:lnTo>
                    <a:pt x="0" y="846204"/>
                  </a:lnTo>
                  <a:lnTo>
                    <a:pt x="303379" y="970246"/>
                  </a:lnTo>
                  <a:cubicBezTo>
                    <a:pt x="2685816" y="1852356"/>
                    <a:pt x="6241504" y="1135756"/>
                    <a:pt x="8360497" y="342756"/>
                  </a:cubicBezTo>
                  <a:cubicBezTo>
                    <a:pt x="8544757" y="273800"/>
                    <a:pt x="8739002" y="191802"/>
                    <a:pt x="8941037" y="98098"/>
                  </a:cubicBezTo>
                  <a:close/>
                </a:path>
              </a:pathLst>
            </a:custGeom>
            <a:gradFill flip="none" rotWithShape="1">
              <a:gsLst>
                <a:gs pos="26000">
                  <a:schemeClr val="bg1"/>
                </a:gs>
                <a:gs pos="100000">
                  <a:srgbClr val="DFDFDF">
                    <a:lumMod val="52000"/>
                    <a:lumOff val="48000"/>
                  </a:srgbClr>
                </a:gs>
              </a:gsLst>
              <a:lin ang="27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ea typeface="微软雅黑" panose="020B0503020204020204" pitchFamily="34" charset="-122"/>
              </a:endParaRPr>
            </a:p>
          </p:txBody>
        </p:sp>
      </p:grpSp>
      <p:grpSp>
        <p:nvGrpSpPr>
          <p:cNvPr id="7" name="组合 6"/>
          <p:cNvGrpSpPr/>
          <p:nvPr userDrawn="1"/>
        </p:nvGrpSpPr>
        <p:grpSpPr>
          <a:xfrm rot="10800000">
            <a:off x="-7" y="-1"/>
            <a:ext cx="9144001" cy="1882013"/>
            <a:chOff x="1" y="2994858"/>
            <a:chExt cx="9144001" cy="3162457"/>
          </a:xfrm>
        </p:grpSpPr>
        <p:sp>
          <p:nvSpPr>
            <p:cNvPr id="8" name="任意多边形 7"/>
            <p:cNvSpPr/>
            <p:nvPr/>
          </p:nvSpPr>
          <p:spPr>
            <a:xfrm>
              <a:off x="1" y="2994858"/>
              <a:ext cx="9143999" cy="2154016"/>
            </a:xfrm>
            <a:custGeom>
              <a:avLst/>
              <a:gdLst>
                <a:gd name="connsiteX0" fmla="*/ 9143999 w 9143999"/>
                <a:gd name="connsiteY0" fmla="*/ 0 h 2051818"/>
                <a:gd name="connsiteX1" fmla="*/ 9143999 w 9143999"/>
                <a:gd name="connsiteY1" fmla="*/ 2051818 h 2051818"/>
                <a:gd name="connsiteX2" fmla="*/ 0 w 9143999"/>
                <a:gd name="connsiteY2" fmla="*/ 2051818 h 2051818"/>
                <a:gd name="connsiteX3" fmla="*/ 0 w 9143999"/>
                <a:gd name="connsiteY3" fmla="*/ 1204077 h 2051818"/>
                <a:gd name="connsiteX4" fmla="*/ 6027 w 9143999"/>
                <a:gd name="connsiteY4" fmla="*/ 1207403 h 2051818"/>
                <a:gd name="connsiteX5" fmla="*/ 7674511 w 9143999"/>
                <a:gd name="connsiteY5" fmla="*/ 718908 h 2051818"/>
                <a:gd name="connsiteX6" fmla="*/ 9044856 w 9143999"/>
                <a:gd name="connsiteY6" fmla="*/ 57555 h 2051818"/>
                <a:gd name="connsiteX7" fmla="*/ 9143999 w 9143999"/>
                <a:gd name="connsiteY7" fmla="*/ 0 h 2051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3999" h="2051818">
                  <a:moveTo>
                    <a:pt x="9143999" y="0"/>
                  </a:moveTo>
                  <a:lnTo>
                    <a:pt x="9143999" y="2051818"/>
                  </a:lnTo>
                  <a:lnTo>
                    <a:pt x="0" y="2051818"/>
                  </a:lnTo>
                  <a:lnTo>
                    <a:pt x="0" y="1204077"/>
                  </a:lnTo>
                  <a:lnTo>
                    <a:pt x="6027" y="1207403"/>
                  </a:lnTo>
                  <a:cubicBezTo>
                    <a:pt x="2066505" y="2238985"/>
                    <a:pt x="5621740" y="1499327"/>
                    <a:pt x="7674511" y="718908"/>
                  </a:cubicBezTo>
                  <a:cubicBezTo>
                    <a:pt x="8085065" y="562824"/>
                    <a:pt x="8552064" y="336225"/>
                    <a:pt x="9044856" y="57555"/>
                  </a:cubicBezTo>
                  <a:lnTo>
                    <a:pt x="9143999" y="0"/>
                  </a:lnTo>
                  <a:close/>
                </a:path>
              </a:pathLst>
            </a:custGeom>
            <a:gradFill>
              <a:gsLst>
                <a:gs pos="0">
                  <a:srgbClr val="04619D"/>
                </a:gs>
                <a:gs pos="100000">
                  <a:srgbClr val="342275">
                    <a:alpha val="8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zh-CN" altLang="en-US"/>
            </a:p>
          </p:txBody>
        </p:sp>
        <p:sp>
          <p:nvSpPr>
            <p:cNvPr id="9" name="任意多边形 8"/>
            <p:cNvSpPr/>
            <p:nvPr/>
          </p:nvSpPr>
          <p:spPr>
            <a:xfrm>
              <a:off x="3" y="3474503"/>
              <a:ext cx="9143999" cy="2682812"/>
            </a:xfrm>
            <a:custGeom>
              <a:avLst/>
              <a:gdLst>
                <a:gd name="connsiteX0" fmla="*/ 9143999 w 9143999"/>
                <a:gd name="connsiteY0" fmla="*/ 0 h 3478011"/>
                <a:gd name="connsiteX1" fmla="*/ 9143999 w 9143999"/>
                <a:gd name="connsiteY1" fmla="*/ 1393716 h 3478011"/>
                <a:gd name="connsiteX2" fmla="*/ 9143999 w 9143999"/>
                <a:gd name="connsiteY2" fmla="*/ 1513865 h 3478011"/>
                <a:gd name="connsiteX3" fmla="*/ 9143999 w 9143999"/>
                <a:gd name="connsiteY3" fmla="*/ 3478011 h 3478011"/>
                <a:gd name="connsiteX4" fmla="*/ 0 w 9143999"/>
                <a:gd name="connsiteY4" fmla="*/ 3478011 h 3478011"/>
                <a:gd name="connsiteX5" fmla="*/ 0 w 9143999"/>
                <a:gd name="connsiteY5" fmla="*/ 1513865 h 3478011"/>
                <a:gd name="connsiteX6" fmla="*/ 0 w 9143999"/>
                <a:gd name="connsiteY6" fmla="*/ 1393716 h 3478011"/>
                <a:gd name="connsiteX7" fmla="*/ 0 w 9143999"/>
                <a:gd name="connsiteY7" fmla="*/ 846204 h 3478011"/>
                <a:gd name="connsiteX8" fmla="*/ 303379 w 9143999"/>
                <a:gd name="connsiteY8" fmla="*/ 970246 h 3478011"/>
                <a:gd name="connsiteX9" fmla="*/ 8360497 w 9143999"/>
                <a:gd name="connsiteY9" fmla="*/ 342756 h 3478011"/>
                <a:gd name="connsiteX10" fmla="*/ 8941037 w 9143999"/>
                <a:gd name="connsiteY10" fmla="*/ 98098 h 3478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143999" h="3478011">
                  <a:moveTo>
                    <a:pt x="9143999" y="0"/>
                  </a:moveTo>
                  <a:lnTo>
                    <a:pt x="9143999" y="1393716"/>
                  </a:lnTo>
                  <a:lnTo>
                    <a:pt x="9143999" y="1513865"/>
                  </a:lnTo>
                  <a:lnTo>
                    <a:pt x="9143999" y="3478011"/>
                  </a:lnTo>
                  <a:lnTo>
                    <a:pt x="0" y="3478011"/>
                  </a:lnTo>
                  <a:lnTo>
                    <a:pt x="0" y="1513865"/>
                  </a:lnTo>
                  <a:lnTo>
                    <a:pt x="0" y="1393716"/>
                  </a:lnTo>
                  <a:lnTo>
                    <a:pt x="0" y="846204"/>
                  </a:lnTo>
                  <a:lnTo>
                    <a:pt x="303379" y="970246"/>
                  </a:lnTo>
                  <a:cubicBezTo>
                    <a:pt x="2685816" y="1852356"/>
                    <a:pt x="6241504" y="1135756"/>
                    <a:pt x="8360497" y="342756"/>
                  </a:cubicBezTo>
                  <a:cubicBezTo>
                    <a:pt x="8544757" y="273800"/>
                    <a:pt x="8739002" y="191802"/>
                    <a:pt x="8941037" y="98098"/>
                  </a:cubicBezTo>
                  <a:close/>
                </a:path>
              </a:pathLst>
            </a:custGeom>
            <a:gradFill flip="none" rotWithShape="1">
              <a:gsLst>
                <a:gs pos="17000">
                  <a:schemeClr val="bg1"/>
                </a:gs>
                <a:gs pos="100000">
                  <a:srgbClr val="DFDFDF">
                    <a:lumMod val="73000"/>
                    <a:lumOff val="27000"/>
                  </a:srgbClr>
                </a:gs>
                <a:gs pos="81000">
                  <a:srgbClr val="DFDFDF">
                    <a:lumMod val="52000"/>
                    <a:lumOff val="48000"/>
                  </a:srgbClr>
                </a:gs>
              </a:gsLst>
              <a:lin ang="27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ea typeface="微软雅黑" panose="020B0503020204020204" pitchFamily="34" charset="-122"/>
              </a:endParaRPr>
            </a:p>
          </p:txBody>
        </p:sp>
      </p:grpSp>
      <p:sp>
        <p:nvSpPr>
          <p:cNvPr id="10" name="矩形 9"/>
          <p:cNvSpPr/>
          <p:nvPr userDrawn="1"/>
        </p:nvSpPr>
        <p:spPr>
          <a:xfrm>
            <a:off x="7723732" y="6511210"/>
            <a:ext cx="871220" cy="213995"/>
          </a:xfrm>
          <a:prstGeom prst="rect">
            <a:avLst/>
          </a:prstGeom>
        </p:spPr>
        <p:txBody>
          <a:bodyPr wrap="none">
            <a:spAutoFit/>
          </a:bodyPr>
          <a:lstStyle/>
          <a:p>
            <a:pPr algn="r"/>
            <a:r>
              <a:rPr lang="en-US" altLang="zh-CN" sz="800" kern="100" smtClean="0">
                <a:solidFill>
                  <a:schemeClr val="tx1">
                    <a:lumMod val="50000"/>
                    <a:lumOff val="50000"/>
                  </a:schemeClr>
                </a:solidFill>
                <a:latin typeface="微软雅黑" panose="020B0503020204020204" pitchFamily="34" charset="-122"/>
                <a:ea typeface="微软雅黑" panose="020B0503020204020204" pitchFamily="34" charset="-122"/>
              </a:rPr>
              <a:t>MIPS CPU概述</a:t>
            </a:r>
          </a:p>
        </p:txBody>
      </p:sp>
      <p:sp>
        <p:nvSpPr>
          <p:cNvPr id="11" name="文本框 10"/>
          <p:cNvSpPr txBox="1"/>
          <p:nvPr userDrawn="1"/>
        </p:nvSpPr>
        <p:spPr>
          <a:xfrm>
            <a:off x="8703044" y="6511211"/>
            <a:ext cx="211221" cy="215442"/>
          </a:xfrm>
          <a:prstGeom prst="rect">
            <a:avLst/>
          </a:prstGeom>
          <a:noFill/>
          <a:ln>
            <a:solidFill>
              <a:schemeClr val="bg1">
                <a:lumMod val="75000"/>
              </a:schemeClr>
            </a:solidFill>
          </a:ln>
        </p:spPr>
        <p:txBody>
          <a:bodyPr wrap="none" lIns="72000" tIns="72000" rIns="72000" bIns="72000" rtlCol="0" anchor="ctr">
            <a:noAutofit/>
          </a:bodyPr>
          <a:lstStyle/>
          <a:p>
            <a:pPr algn="ctr"/>
            <a:fld id="{CE5B7511-CC96-41DE-A965-D9C44FD5C89D}" type="slidenum">
              <a:rPr lang="zh-CN" altLang="en-US" sz="800" b="1" smtClean="0">
                <a:solidFill>
                  <a:schemeClr val="tx1">
                    <a:lumMod val="50000"/>
                    <a:lumOff val="50000"/>
                  </a:schemeClr>
                </a:solidFill>
                <a:latin typeface="微软雅黑" panose="020B0503020204020204" pitchFamily="34" charset="-122"/>
                <a:ea typeface="微软雅黑" panose="020B0503020204020204" pitchFamily="34" charset="-122"/>
                <a:cs typeface="Arial" panose="020B0604020202020204" pitchFamily="34" charset="0"/>
              </a:rPr>
              <a:t>‹#›</a:t>
            </a:fld>
            <a:endParaRPr lang="zh-CN" altLang="en-US" sz="800" b="1" dirty="0">
              <a:solidFill>
                <a:schemeClr val="tx1">
                  <a:lumMod val="50000"/>
                  <a:lumOff val="50000"/>
                </a:schemeClr>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3" name="矩形 12"/>
          <p:cNvSpPr/>
          <p:nvPr userDrawn="1"/>
        </p:nvSpPr>
        <p:spPr>
          <a:xfrm>
            <a:off x="453759" y="6511210"/>
            <a:ext cx="1412240" cy="213995"/>
          </a:xfrm>
          <a:prstGeom prst="rect">
            <a:avLst/>
          </a:prstGeom>
        </p:spPr>
        <p:txBody>
          <a:bodyPr wrap="none" lIns="0">
            <a:spAutoFit/>
          </a:bodyPr>
          <a:lstStyle/>
          <a:p>
            <a:r>
              <a:rPr lang="zh-CN" altLang="en-US" sz="800" b="1" kern="100" smtClean="0">
                <a:solidFill>
                  <a:schemeClr val="tx1">
                    <a:lumMod val="50000"/>
                    <a:lumOff val="50000"/>
                  </a:schemeClr>
                </a:solidFill>
                <a:latin typeface="微软雅黑" panose="020B0503020204020204" pitchFamily="34" charset="-122"/>
                <a:ea typeface="微软雅黑" panose="020B0503020204020204" pitchFamily="34" charset="-122"/>
              </a:rPr>
              <a:t>同济大学电子与信息工程学院</a:t>
            </a:r>
          </a:p>
        </p:txBody>
      </p:sp>
      <p:sp>
        <p:nvSpPr>
          <p:cNvPr id="2" name="标题 1"/>
          <p:cNvSpPr>
            <a:spLocks noGrp="1"/>
          </p:cNvSpPr>
          <p:nvPr>
            <p:ph type="title"/>
          </p:nvPr>
        </p:nvSpPr>
        <p:spPr>
          <a:xfrm>
            <a:off x="361950" y="371408"/>
            <a:ext cx="8229600"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000" tIns="72000" rIns="0" bIns="72000"/>
          <a:lstStyle>
            <a:lvl1pPr algn="l" rtl="0" eaLnBrk="0" fontAlgn="base" hangingPunct="0">
              <a:spcBef>
                <a:spcPct val="0"/>
              </a:spcBef>
              <a:spcAft>
                <a:spcPct val="0"/>
              </a:spcAft>
              <a:defRPr lang="zh-CN" altLang="en-US" sz="2400" b="0" kern="1200">
                <a:solidFill>
                  <a:schemeClr val="tx1">
                    <a:lumMod val="85000"/>
                    <a:lumOff val="15000"/>
                  </a:schemeClr>
                </a:solidFill>
                <a:latin typeface="微软雅黑" panose="020B0503020204020204" pitchFamily="34" charset="-122"/>
                <a:ea typeface="微软雅黑" panose="020B0503020204020204" pitchFamily="34" charset="-122"/>
                <a:cs typeface="+mn-cs"/>
              </a:defRPr>
            </a:lvl1pPr>
          </a:lstStyle>
          <a:p>
            <a:pPr lvl="0" algn="l"/>
            <a:r>
              <a:rPr lang="zh-CN" altLang="en-US" smtClean="0"/>
              <a:t>单击此处编辑母版标题样式</a:t>
            </a:r>
            <a:endParaRPr lang="zh-CN" altLang="en-US"/>
          </a:p>
        </p:txBody>
      </p:sp>
      <p:pic>
        <p:nvPicPr>
          <p:cNvPr id="14" name="图片 13"/>
          <p:cNvPicPr>
            <a:picLocks noChangeAspect="1"/>
          </p:cNvPicPr>
          <p:nvPr userDrawn="1"/>
        </p:nvPicPr>
        <p:blipFill rotWithShape="1">
          <a:blip r:embed="rId2" cstate="print">
            <a:extLst>
              <a:ext uri="{28A0092B-C50C-407E-A947-70E740481C1C}">
                <a14:useLocalDpi xmlns:a14="http://schemas.microsoft.com/office/drawing/2010/main" val="0"/>
              </a:ext>
            </a:extLst>
          </a:blip>
          <a:srcRect r="69975"/>
          <a:stretch>
            <a:fillRect/>
          </a:stretch>
        </p:blipFill>
        <p:spPr>
          <a:xfrm>
            <a:off x="8041082" y="247834"/>
            <a:ext cx="865985" cy="869670"/>
          </a:xfrm>
          <a:prstGeom prst="rect">
            <a:avLst/>
          </a:prstGeom>
        </p:spPr>
      </p:pic>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空白2">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空白3">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
          <p:cNvSpPr>
            <a:spLocks noChangeArrowheads="1"/>
          </p:cNvSpPr>
          <p:nvPr userDrawn="1"/>
        </p:nvSpPr>
        <p:spPr bwMode="auto">
          <a:xfrm>
            <a:off x="-6324600" y="609600"/>
            <a:ext cx="9144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endParaRPr lang="zh-CN" altLang="en-US">
              <a:ea typeface="微软雅黑" panose="020B0503020204020204" pitchFamily="34" charset="-122"/>
            </a:endParaRPr>
          </a:p>
        </p:txBody>
      </p:sp>
      <p:sp>
        <p:nvSpPr>
          <p:cNvPr id="1027" name="TextBox 3"/>
          <p:cNvSpPr txBox="1">
            <a:spLocks noChangeArrowheads="1"/>
          </p:cNvSpPr>
          <p:nvPr userDrawn="1"/>
        </p:nvSpPr>
        <p:spPr bwMode="auto">
          <a:xfrm>
            <a:off x="2081213" y="2679700"/>
            <a:ext cx="5502275" cy="179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algn="l" eaLnBrk="1" hangingPunct="1"/>
            <a:endParaRPr lang="zh-CN" altLang="en-US" sz="1800">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iming>
    <p:tnLst>
      <p:par>
        <p:cTn id="1" dur="indefinite" restart="never" nodeType="tmRoot"/>
      </p:par>
    </p:tnLst>
  </p:timing>
  <p:txStyles>
    <p:titleStyle>
      <a:lvl1pPr algn="r" rtl="0" eaLnBrk="0" fontAlgn="base" hangingPunct="0">
        <a:spcBef>
          <a:spcPct val="0"/>
        </a:spcBef>
        <a:spcAft>
          <a:spcPct val="0"/>
        </a:spcAft>
        <a:defRPr sz="2000" b="1">
          <a:solidFill>
            <a:srgbClr val="404040"/>
          </a:solidFill>
          <a:latin typeface="微软雅黑" panose="020B0503020204020204" pitchFamily="34" charset="-122"/>
          <a:ea typeface="微软雅黑" panose="020B0503020204020204" pitchFamily="34" charset="-122"/>
          <a:cs typeface="+mj-cs"/>
        </a:defRPr>
      </a:lvl1pPr>
      <a:lvl2pPr algn="r" rtl="0" eaLnBrk="0" fontAlgn="base" hangingPunct="0">
        <a:spcBef>
          <a:spcPct val="0"/>
        </a:spcBef>
        <a:spcAft>
          <a:spcPct val="0"/>
        </a:spcAft>
        <a:defRPr sz="2000" b="1">
          <a:solidFill>
            <a:srgbClr val="404040"/>
          </a:solidFill>
          <a:latin typeface="微软雅黑" panose="020B0503020204020204" pitchFamily="34" charset="-122"/>
          <a:ea typeface="微软雅黑" panose="020B0503020204020204" pitchFamily="34" charset="-122"/>
        </a:defRPr>
      </a:lvl2pPr>
      <a:lvl3pPr algn="r" rtl="0" eaLnBrk="0" fontAlgn="base" hangingPunct="0">
        <a:spcBef>
          <a:spcPct val="0"/>
        </a:spcBef>
        <a:spcAft>
          <a:spcPct val="0"/>
        </a:spcAft>
        <a:defRPr sz="2000" b="1">
          <a:solidFill>
            <a:srgbClr val="404040"/>
          </a:solidFill>
          <a:latin typeface="微软雅黑" panose="020B0503020204020204" pitchFamily="34" charset="-122"/>
          <a:ea typeface="微软雅黑" panose="020B0503020204020204" pitchFamily="34" charset="-122"/>
        </a:defRPr>
      </a:lvl3pPr>
      <a:lvl4pPr algn="r" rtl="0" eaLnBrk="0" fontAlgn="base" hangingPunct="0">
        <a:spcBef>
          <a:spcPct val="0"/>
        </a:spcBef>
        <a:spcAft>
          <a:spcPct val="0"/>
        </a:spcAft>
        <a:defRPr sz="2000" b="1">
          <a:solidFill>
            <a:srgbClr val="404040"/>
          </a:solidFill>
          <a:latin typeface="微软雅黑" panose="020B0503020204020204" pitchFamily="34" charset="-122"/>
          <a:ea typeface="微软雅黑" panose="020B0503020204020204" pitchFamily="34" charset="-122"/>
        </a:defRPr>
      </a:lvl4pPr>
      <a:lvl5pPr algn="r" rtl="0" eaLnBrk="0" fontAlgn="base" hangingPunct="0">
        <a:spcBef>
          <a:spcPct val="0"/>
        </a:spcBef>
        <a:spcAft>
          <a:spcPct val="0"/>
        </a:spcAft>
        <a:defRPr sz="2000" b="1">
          <a:solidFill>
            <a:srgbClr val="404040"/>
          </a:solidFill>
          <a:latin typeface="微软雅黑" panose="020B0503020204020204" pitchFamily="34" charset="-122"/>
          <a:ea typeface="微软雅黑" panose="020B0503020204020204" pitchFamily="34" charset="-122"/>
        </a:defRPr>
      </a:lvl5pPr>
      <a:lvl6pPr marL="457200" algn="r" rtl="0" fontAlgn="base">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914400" algn="r" rtl="0" fontAlgn="base">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1371600" algn="r" rtl="0" fontAlgn="base">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1828800" algn="r" rtl="0" fontAlgn="base">
        <a:spcBef>
          <a:spcPct val="0"/>
        </a:spcBef>
        <a:spcAft>
          <a:spcPct val="0"/>
        </a:spcAft>
        <a:defRPr sz="2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6523" t="15384" b="513"/>
          <a:stretch>
            <a:fillRect/>
          </a:stretch>
        </p:blipFill>
        <p:spPr bwMode="auto">
          <a:xfrm>
            <a:off x="0" y="1"/>
            <a:ext cx="9143999" cy="4760686"/>
          </a:xfrm>
          <a:prstGeom prst="rect">
            <a:avLst/>
          </a:prstGeom>
          <a:noFill/>
          <a:extLst>
            <a:ext uri="{909E8E84-426E-40DD-AFC4-6F175D3DCCD1}">
              <a14:hiddenFill xmlns:a14="http://schemas.microsoft.com/office/drawing/2010/main">
                <a:solidFill>
                  <a:srgbClr val="FFFFFF"/>
                </a:solidFill>
              </a14:hiddenFill>
            </a:ext>
          </a:extLst>
        </p:spPr>
      </p:pic>
      <p:sp>
        <p:nvSpPr>
          <p:cNvPr id="15" name="任意多边形 14"/>
          <p:cNvSpPr/>
          <p:nvPr/>
        </p:nvSpPr>
        <p:spPr>
          <a:xfrm>
            <a:off x="0" y="2842036"/>
            <a:ext cx="9143999" cy="2051818"/>
          </a:xfrm>
          <a:custGeom>
            <a:avLst/>
            <a:gdLst>
              <a:gd name="connsiteX0" fmla="*/ 9143999 w 9143999"/>
              <a:gd name="connsiteY0" fmla="*/ 0 h 2051818"/>
              <a:gd name="connsiteX1" fmla="*/ 9143999 w 9143999"/>
              <a:gd name="connsiteY1" fmla="*/ 2051818 h 2051818"/>
              <a:gd name="connsiteX2" fmla="*/ 0 w 9143999"/>
              <a:gd name="connsiteY2" fmla="*/ 2051818 h 2051818"/>
              <a:gd name="connsiteX3" fmla="*/ 0 w 9143999"/>
              <a:gd name="connsiteY3" fmla="*/ 1204077 h 2051818"/>
              <a:gd name="connsiteX4" fmla="*/ 6027 w 9143999"/>
              <a:gd name="connsiteY4" fmla="*/ 1207403 h 2051818"/>
              <a:gd name="connsiteX5" fmla="*/ 7674511 w 9143999"/>
              <a:gd name="connsiteY5" fmla="*/ 718908 h 2051818"/>
              <a:gd name="connsiteX6" fmla="*/ 9044856 w 9143999"/>
              <a:gd name="connsiteY6" fmla="*/ 57555 h 2051818"/>
              <a:gd name="connsiteX7" fmla="*/ 9143999 w 9143999"/>
              <a:gd name="connsiteY7" fmla="*/ 0 h 2051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3999" h="2051818">
                <a:moveTo>
                  <a:pt x="9143999" y="0"/>
                </a:moveTo>
                <a:lnTo>
                  <a:pt x="9143999" y="2051818"/>
                </a:lnTo>
                <a:lnTo>
                  <a:pt x="0" y="2051818"/>
                </a:lnTo>
                <a:lnTo>
                  <a:pt x="0" y="1204077"/>
                </a:lnTo>
                <a:lnTo>
                  <a:pt x="6027" y="1207403"/>
                </a:lnTo>
                <a:cubicBezTo>
                  <a:pt x="2066505" y="2238985"/>
                  <a:pt x="5621740" y="1499327"/>
                  <a:pt x="7674511" y="718908"/>
                </a:cubicBezTo>
                <a:cubicBezTo>
                  <a:pt x="8085065" y="562824"/>
                  <a:pt x="8552064" y="336225"/>
                  <a:pt x="9044856" y="57555"/>
                </a:cubicBezTo>
                <a:lnTo>
                  <a:pt x="9143999" y="0"/>
                </a:lnTo>
                <a:close/>
              </a:path>
            </a:pathLst>
          </a:custGeom>
          <a:gradFill>
            <a:gsLst>
              <a:gs pos="0">
                <a:srgbClr val="04619D"/>
              </a:gs>
              <a:gs pos="100000">
                <a:srgbClr val="342275">
                  <a:alpha val="8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2" name="任意多边形 21"/>
          <p:cNvSpPr/>
          <p:nvPr/>
        </p:nvSpPr>
        <p:spPr>
          <a:xfrm>
            <a:off x="0" y="3379990"/>
            <a:ext cx="9143999" cy="3478011"/>
          </a:xfrm>
          <a:custGeom>
            <a:avLst/>
            <a:gdLst>
              <a:gd name="connsiteX0" fmla="*/ 9143999 w 9143999"/>
              <a:gd name="connsiteY0" fmla="*/ 0 h 3478011"/>
              <a:gd name="connsiteX1" fmla="*/ 9143999 w 9143999"/>
              <a:gd name="connsiteY1" fmla="*/ 1393716 h 3478011"/>
              <a:gd name="connsiteX2" fmla="*/ 9143999 w 9143999"/>
              <a:gd name="connsiteY2" fmla="*/ 1513865 h 3478011"/>
              <a:gd name="connsiteX3" fmla="*/ 9143999 w 9143999"/>
              <a:gd name="connsiteY3" fmla="*/ 3478011 h 3478011"/>
              <a:gd name="connsiteX4" fmla="*/ 0 w 9143999"/>
              <a:gd name="connsiteY4" fmla="*/ 3478011 h 3478011"/>
              <a:gd name="connsiteX5" fmla="*/ 0 w 9143999"/>
              <a:gd name="connsiteY5" fmla="*/ 1513865 h 3478011"/>
              <a:gd name="connsiteX6" fmla="*/ 0 w 9143999"/>
              <a:gd name="connsiteY6" fmla="*/ 1393716 h 3478011"/>
              <a:gd name="connsiteX7" fmla="*/ 0 w 9143999"/>
              <a:gd name="connsiteY7" fmla="*/ 846204 h 3478011"/>
              <a:gd name="connsiteX8" fmla="*/ 303379 w 9143999"/>
              <a:gd name="connsiteY8" fmla="*/ 970246 h 3478011"/>
              <a:gd name="connsiteX9" fmla="*/ 8360497 w 9143999"/>
              <a:gd name="connsiteY9" fmla="*/ 342756 h 3478011"/>
              <a:gd name="connsiteX10" fmla="*/ 8941037 w 9143999"/>
              <a:gd name="connsiteY10" fmla="*/ 98098 h 3478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143999" h="3478011">
                <a:moveTo>
                  <a:pt x="9143999" y="0"/>
                </a:moveTo>
                <a:lnTo>
                  <a:pt x="9143999" y="1393716"/>
                </a:lnTo>
                <a:lnTo>
                  <a:pt x="9143999" y="1513865"/>
                </a:lnTo>
                <a:lnTo>
                  <a:pt x="9143999" y="3478011"/>
                </a:lnTo>
                <a:lnTo>
                  <a:pt x="0" y="3478011"/>
                </a:lnTo>
                <a:lnTo>
                  <a:pt x="0" y="1513865"/>
                </a:lnTo>
                <a:lnTo>
                  <a:pt x="0" y="1393716"/>
                </a:lnTo>
                <a:lnTo>
                  <a:pt x="0" y="846204"/>
                </a:lnTo>
                <a:lnTo>
                  <a:pt x="303379" y="970246"/>
                </a:lnTo>
                <a:cubicBezTo>
                  <a:pt x="2685816" y="1852356"/>
                  <a:pt x="6241504" y="1135756"/>
                  <a:pt x="8360497" y="342756"/>
                </a:cubicBezTo>
                <a:cubicBezTo>
                  <a:pt x="8544757" y="273800"/>
                  <a:pt x="8739002" y="191802"/>
                  <a:pt x="8941037" y="98098"/>
                </a:cubicBezTo>
                <a:close/>
              </a:path>
            </a:pathLst>
          </a:custGeom>
          <a:gradFill flip="none" rotWithShape="1">
            <a:gsLst>
              <a:gs pos="17000">
                <a:schemeClr val="bg1"/>
              </a:gs>
              <a:gs pos="100000">
                <a:srgbClr val="DFDFDF">
                  <a:lumMod val="52000"/>
                  <a:lumOff val="48000"/>
                </a:srgbClr>
              </a:gs>
            </a:gsLst>
            <a:lin ang="2700000" scaled="1"/>
            <a:tileRect/>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ea typeface="微软雅黑" panose="020B0503020204020204" pitchFamily="34" charset="-122"/>
            </a:endParaRPr>
          </a:p>
        </p:txBody>
      </p:sp>
      <p:sp>
        <p:nvSpPr>
          <p:cNvPr id="18" name="标题 3"/>
          <p:cNvSpPr>
            <a:spLocks noGrp="1"/>
          </p:cNvSpPr>
          <p:nvPr>
            <p:ph type="title" idx="4294967295"/>
          </p:nvPr>
        </p:nvSpPr>
        <p:spPr>
          <a:xfrm>
            <a:off x="503238" y="5272088"/>
            <a:ext cx="5135563" cy="583565"/>
          </a:xfrm>
          <a:prstGeom prst="rect">
            <a:avLst/>
          </a:prstGeom>
        </p:spPr>
        <p:txBody>
          <a:bodyPr wrap="square">
            <a:spAutoFit/>
          </a:bodyPr>
          <a:lstStyle/>
          <a:p>
            <a:pPr algn="l">
              <a:lnSpc>
                <a:spcPct val="100000"/>
              </a:lnSpc>
            </a:pPr>
            <a:r>
              <a:rPr sz="3200">
                <a:solidFill>
                  <a:srgbClr val="04619D"/>
                </a:solidFill>
              </a:rPr>
              <a:t>7.1 MIPS CPU概述</a:t>
            </a:r>
          </a:p>
        </p:txBody>
      </p:sp>
      <p:pic>
        <p:nvPicPr>
          <p:cNvPr id="3" name="图片 2"/>
          <p:cNvPicPr>
            <a:picLocks noChangeAspect="1"/>
          </p:cNvPicPr>
          <p:nvPr/>
        </p:nvPicPr>
        <p:blipFill rotWithShape="1">
          <a:blip r:embed="rId3">
            <a:extLst>
              <a:ext uri="{28A0092B-C50C-407E-A947-70E740481C1C}">
                <a14:useLocalDpi xmlns:a14="http://schemas.microsoft.com/office/drawing/2010/main" val="0"/>
              </a:ext>
            </a:extLst>
          </a:blip>
          <a:srcRect r="69975"/>
          <a:stretch>
            <a:fillRect/>
          </a:stretch>
        </p:blipFill>
        <p:spPr>
          <a:xfrm>
            <a:off x="7513630" y="5143321"/>
            <a:ext cx="1456200" cy="1462396"/>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矩形 34"/>
          <p:cNvSpPr/>
          <p:nvPr/>
        </p:nvSpPr>
        <p:spPr bwMode="auto">
          <a:xfrm>
            <a:off x="-1" y="0"/>
            <a:ext cx="4368801" cy="6858000"/>
          </a:xfrm>
          <a:prstGeom prst="rect">
            <a:avLst/>
          </a:prstGeom>
          <a:gradFill>
            <a:gsLst>
              <a:gs pos="0">
                <a:srgbClr val="04619D"/>
              </a:gs>
              <a:gs pos="100000">
                <a:srgbClr val="342275">
                  <a:alpha val="8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47" name="矩形 46"/>
          <p:cNvSpPr/>
          <p:nvPr/>
        </p:nvSpPr>
        <p:spPr bwMode="auto">
          <a:xfrm rot="5400000" flipV="1">
            <a:off x="1270707" y="-1270708"/>
            <a:ext cx="1827382" cy="4368800"/>
          </a:xfrm>
          <a:prstGeom prst="rect">
            <a:avLst/>
          </a:prstGeom>
          <a:gradFill>
            <a:gsLst>
              <a:gs pos="0">
                <a:srgbClr val="04619D"/>
              </a:gs>
              <a:gs pos="100000">
                <a:srgbClr val="342275">
                  <a:alpha val="8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38" name="矩形 37"/>
          <p:cNvSpPr/>
          <p:nvPr/>
        </p:nvSpPr>
        <p:spPr bwMode="auto">
          <a:xfrm rot="5400000">
            <a:off x="1371901" y="3861106"/>
            <a:ext cx="1624987" cy="4368801"/>
          </a:xfrm>
          <a:prstGeom prst="rect">
            <a:avLst/>
          </a:prstGeom>
          <a:gradFill>
            <a:gsLst>
              <a:gs pos="0">
                <a:srgbClr val="04619D"/>
              </a:gs>
              <a:gs pos="100000">
                <a:srgbClr val="342275">
                  <a:alpha val="8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grpSp>
        <p:nvGrpSpPr>
          <p:cNvPr id="53" name="组合 52"/>
          <p:cNvGrpSpPr/>
          <p:nvPr/>
        </p:nvGrpSpPr>
        <p:grpSpPr>
          <a:xfrm>
            <a:off x="0" y="1070223"/>
            <a:ext cx="2754050" cy="4646991"/>
            <a:chOff x="0" y="1111187"/>
            <a:chExt cx="2754050" cy="4646991"/>
          </a:xfrm>
        </p:grpSpPr>
        <p:sp>
          <p:nvSpPr>
            <p:cNvPr id="48" name="椭圆 47"/>
            <p:cNvSpPr/>
            <p:nvPr/>
          </p:nvSpPr>
          <p:spPr>
            <a:xfrm>
              <a:off x="2450246" y="4863799"/>
              <a:ext cx="200570" cy="200570"/>
            </a:xfrm>
            <a:prstGeom prst="ellipse">
              <a:avLst/>
            </a:prstGeom>
            <a:solidFill>
              <a:schemeClr val="bg1">
                <a:alpha val="2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p:nvSpPr>
          <p:spPr>
            <a:xfrm>
              <a:off x="0" y="1111187"/>
              <a:ext cx="312134" cy="312134"/>
            </a:xfrm>
            <a:prstGeom prst="ellipse">
              <a:avLst/>
            </a:prstGeom>
            <a:solidFill>
              <a:schemeClr val="bg1">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nvSpPr>
          <p:spPr>
            <a:xfrm>
              <a:off x="1114320" y="1611397"/>
              <a:ext cx="904679" cy="904679"/>
            </a:xfrm>
            <a:prstGeom prst="ellipse">
              <a:avLst/>
            </a:prstGeom>
            <a:solidFill>
              <a:schemeClr val="bg1">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50"/>
            <p:cNvSpPr/>
            <p:nvPr/>
          </p:nvSpPr>
          <p:spPr>
            <a:xfrm>
              <a:off x="854236" y="5460064"/>
              <a:ext cx="298114" cy="298114"/>
            </a:xfrm>
            <a:prstGeom prst="ellipse">
              <a:avLst/>
            </a:prstGeom>
            <a:solidFill>
              <a:schemeClr val="bg1">
                <a:alpha val="2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2" name="椭圆 51"/>
            <p:cNvSpPr/>
            <p:nvPr/>
          </p:nvSpPr>
          <p:spPr>
            <a:xfrm>
              <a:off x="2313236" y="1194804"/>
              <a:ext cx="440814" cy="440814"/>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pic>
        <p:nvPicPr>
          <p:cNvPr id="29"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24441" t="10084" r="295" b="10084"/>
          <a:stretch>
            <a:fillRect/>
          </a:stretch>
        </p:blipFill>
        <p:spPr bwMode="auto">
          <a:xfrm>
            <a:off x="0" y="2120900"/>
            <a:ext cx="4592057" cy="2818596"/>
          </a:xfrm>
          <a:prstGeom prst="rect">
            <a:avLst/>
          </a:prstGeom>
          <a:noFill/>
          <a:extLst>
            <a:ext uri="{909E8E84-426E-40DD-AFC4-6F175D3DCCD1}">
              <a14:hiddenFill xmlns:a14="http://schemas.microsoft.com/office/drawing/2010/main">
                <a:solidFill>
                  <a:srgbClr val="FFFFFF"/>
                </a:solidFill>
              </a14:hiddenFill>
            </a:ext>
          </a:extLst>
        </p:spPr>
      </p:pic>
      <p:sp>
        <p:nvSpPr>
          <p:cNvPr id="39" name="任意多边形 38"/>
          <p:cNvSpPr/>
          <p:nvPr/>
        </p:nvSpPr>
        <p:spPr>
          <a:xfrm rot="16200000">
            <a:off x="67870" y="1470438"/>
            <a:ext cx="6858003" cy="3917120"/>
          </a:xfrm>
          <a:custGeom>
            <a:avLst/>
            <a:gdLst>
              <a:gd name="connsiteX0" fmla="*/ 9143999 w 9143999"/>
              <a:gd name="connsiteY0" fmla="*/ 0 h 2051818"/>
              <a:gd name="connsiteX1" fmla="*/ 9143999 w 9143999"/>
              <a:gd name="connsiteY1" fmla="*/ 2051818 h 2051818"/>
              <a:gd name="connsiteX2" fmla="*/ 0 w 9143999"/>
              <a:gd name="connsiteY2" fmla="*/ 2051818 h 2051818"/>
              <a:gd name="connsiteX3" fmla="*/ 0 w 9143999"/>
              <a:gd name="connsiteY3" fmla="*/ 1204077 h 2051818"/>
              <a:gd name="connsiteX4" fmla="*/ 6027 w 9143999"/>
              <a:gd name="connsiteY4" fmla="*/ 1207403 h 2051818"/>
              <a:gd name="connsiteX5" fmla="*/ 7674511 w 9143999"/>
              <a:gd name="connsiteY5" fmla="*/ 718908 h 2051818"/>
              <a:gd name="connsiteX6" fmla="*/ 9044856 w 9143999"/>
              <a:gd name="connsiteY6" fmla="*/ 57555 h 2051818"/>
              <a:gd name="connsiteX7" fmla="*/ 9143999 w 9143999"/>
              <a:gd name="connsiteY7" fmla="*/ 0 h 2051818"/>
              <a:gd name="connsiteX0-1" fmla="*/ 9143999 w 9143999"/>
              <a:gd name="connsiteY0-2" fmla="*/ 0 h 2051818"/>
              <a:gd name="connsiteX1-3" fmla="*/ 9143999 w 9143999"/>
              <a:gd name="connsiteY1-4" fmla="*/ 2051818 h 2051818"/>
              <a:gd name="connsiteX2-5" fmla="*/ 0 w 9143999"/>
              <a:gd name="connsiteY2-6" fmla="*/ 2051818 h 2051818"/>
              <a:gd name="connsiteX3-7" fmla="*/ 0 w 9143999"/>
              <a:gd name="connsiteY3-8" fmla="*/ 1204077 h 2051818"/>
              <a:gd name="connsiteX4-9" fmla="*/ 6027 w 9143999"/>
              <a:gd name="connsiteY4-10" fmla="*/ 1207403 h 2051818"/>
              <a:gd name="connsiteX5-11" fmla="*/ 9044856 w 9143999"/>
              <a:gd name="connsiteY5-12" fmla="*/ 57555 h 2051818"/>
              <a:gd name="connsiteX6-13" fmla="*/ 9143999 w 9143999"/>
              <a:gd name="connsiteY6-14" fmla="*/ 0 h 2051818"/>
              <a:gd name="connsiteX0-15" fmla="*/ 9143999 w 9143999"/>
              <a:gd name="connsiteY0-16" fmla="*/ 0 h 2051818"/>
              <a:gd name="connsiteX1-17" fmla="*/ 9143999 w 9143999"/>
              <a:gd name="connsiteY1-18" fmla="*/ 2051818 h 2051818"/>
              <a:gd name="connsiteX2-19" fmla="*/ 0 w 9143999"/>
              <a:gd name="connsiteY2-20" fmla="*/ 2051818 h 2051818"/>
              <a:gd name="connsiteX3-21" fmla="*/ 0 w 9143999"/>
              <a:gd name="connsiteY3-22" fmla="*/ 1204077 h 2051818"/>
              <a:gd name="connsiteX4-23" fmla="*/ 6027 w 9143999"/>
              <a:gd name="connsiteY4-24" fmla="*/ 1207403 h 2051818"/>
              <a:gd name="connsiteX5-25" fmla="*/ 9143999 w 9143999"/>
              <a:gd name="connsiteY5-26" fmla="*/ 0 h 2051818"/>
              <a:gd name="connsiteX0-27" fmla="*/ 9143999 w 9143999"/>
              <a:gd name="connsiteY0-28" fmla="*/ 0 h 2051818"/>
              <a:gd name="connsiteX1-29" fmla="*/ 9143999 w 9143999"/>
              <a:gd name="connsiteY1-30" fmla="*/ 2051818 h 2051818"/>
              <a:gd name="connsiteX2-31" fmla="*/ 0 w 9143999"/>
              <a:gd name="connsiteY2-32" fmla="*/ 2051818 h 2051818"/>
              <a:gd name="connsiteX3-33" fmla="*/ 0 w 9143999"/>
              <a:gd name="connsiteY3-34" fmla="*/ 1204077 h 2051818"/>
              <a:gd name="connsiteX4-35" fmla="*/ 6027 w 9143999"/>
              <a:gd name="connsiteY4-36" fmla="*/ 1207403 h 2051818"/>
              <a:gd name="connsiteX5-37" fmla="*/ 9143999 w 9143999"/>
              <a:gd name="connsiteY5-38" fmla="*/ 0 h 2051818"/>
              <a:gd name="connsiteX0-39" fmla="*/ 9143999 w 9143999"/>
              <a:gd name="connsiteY0-40" fmla="*/ 0 h 2051818"/>
              <a:gd name="connsiteX1-41" fmla="*/ 9143999 w 9143999"/>
              <a:gd name="connsiteY1-42" fmla="*/ 2051818 h 2051818"/>
              <a:gd name="connsiteX2-43" fmla="*/ 0 w 9143999"/>
              <a:gd name="connsiteY2-44" fmla="*/ 2051818 h 2051818"/>
              <a:gd name="connsiteX3-45" fmla="*/ 0 w 9143999"/>
              <a:gd name="connsiteY3-46" fmla="*/ 1204077 h 2051818"/>
              <a:gd name="connsiteX4-47" fmla="*/ 6027 w 9143999"/>
              <a:gd name="connsiteY4-48" fmla="*/ 1207403 h 2051818"/>
              <a:gd name="connsiteX5-49" fmla="*/ 9143999 w 9143999"/>
              <a:gd name="connsiteY5-50" fmla="*/ 0 h 2051818"/>
              <a:gd name="connsiteX0-51" fmla="*/ 9143999 w 9143999"/>
              <a:gd name="connsiteY0-52" fmla="*/ 0 h 2051818"/>
              <a:gd name="connsiteX1-53" fmla="*/ 9143999 w 9143999"/>
              <a:gd name="connsiteY1-54" fmla="*/ 2051818 h 2051818"/>
              <a:gd name="connsiteX2-55" fmla="*/ 0 w 9143999"/>
              <a:gd name="connsiteY2-56" fmla="*/ 2051818 h 2051818"/>
              <a:gd name="connsiteX3-57" fmla="*/ 0 w 9143999"/>
              <a:gd name="connsiteY3-58" fmla="*/ 1204077 h 2051818"/>
              <a:gd name="connsiteX4-59" fmla="*/ 6027 w 9143999"/>
              <a:gd name="connsiteY4-60" fmla="*/ 1207403 h 2051818"/>
              <a:gd name="connsiteX5-61" fmla="*/ 9143999 w 9143999"/>
              <a:gd name="connsiteY5-62" fmla="*/ 0 h 2051818"/>
              <a:gd name="connsiteX0-63" fmla="*/ 9143999 w 9143999"/>
              <a:gd name="connsiteY0-64" fmla="*/ 130228 h 2182046"/>
              <a:gd name="connsiteX1-65" fmla="*/ 9143999 w 9143999"/>
              <a:gd name="connsiteY1-66" fmla="*/ 2182046 h 2182046"/>
              <a:gd name="connsiteX2-67" fmla="*/ 0 w 9143999"/>
              <a:gd name="connsiteY2-68" fmla="*/ 2182046 h 2182046"/>
              <a:gd name="connsiteX3-69" fmla="*/ 0 w 9143999"/>
              <a:gd name="connsiteY3-70" fmla="*/ 1334305 h 2182046"/>
              <a:gd name="connsiteX4-71" fmla="*/ 6027 w 9143999"/>
              <a:gd name="connsiteY4-72" fmla="*/ 0 h 2182046"/>
              <a:gd name="connsiteX5-73" fmla="*/ 9143999 w 9143999"/>
              <a:gd name="connsiteY5-74" fmla="*/ 130228 h 2182046"/>
              <a:gd name="connsiteX0-75" fmla="*/ 9143999 w 9143999"/>
              <a:gd name="connsiteY0-76" fmla="*/ 0 h 2051818"/>
              <a:gd name="connsiteX1-77" fmla="*/ 9143999 w 9143999"/>
              <a:gd name="connsiteY1-78" fmla="*/ 2051818 h 2051818"/>
              <a:gd name="connsiteX2-79" fmla="*/ 0 w 9143999"/>
              <a:gd name="connsiteY2-80" fmla="*/ 2051818 h 2051818"/>
              <a:gd name="connsiteX3-81" fmla="*/ 0 w 9143999"/>
              <a:gd name="connsiteY3-82" fmla="*/ 1204077 h 2051818"/>
              <a:gd name="connsiteX4-83" fmla="*/ 25380 w 9143999"/>
              <a:gd name="connsiteY4-84" fmla="*/ 54648 h 2051818"/>
              <a:gd name="connsiteX5-85" fmla="*/ 9143999 w 9143999"/>
              <a:gd name="connsiteY5-86" fmla="*/ 0 h 2051818"/>
              <a:gd name="connsiteX0-87" fmla="*/ 9143999 w 9143999"/>
              <a:gd name="connsiteY0-88" fmla="*/ 0 h 2051818"/>
              <a:gd name="connsiteX1-89" fmla="*/ 9143999 w 9143999"/>
              <a:gd name="connsiteY1-90" fmla="*/ 2051818 h 2051818"/>
              <a:gd name="connsiteX2-91" fmla="*/ 0 w 9143999"/>
              <a:gd name="connsiteY2-92" fmla="*/ 2051818 h 2051818"/>
              <a:gd name="connsiteX3-93" fmla="*/ 0 w 9143999"/>
              <a:gd name="connsiteY3-94" fmla="*/ 1204077 h 2051818"/>
              <a:gd name="connsiteX4-95" fmla="*/ 25380 w 9143999"/>
              <a:gd name="connsiteY4-96" fmla="*/ 54648 h 2051818"/>
              <a:gd name="connsiteX5-97" fmla="*/ 9143999 w 9143999"/>
              <a:gd name="connsiteY5-98" fmla="*/ 0 h 2051818"/>
              <a:gd name="connsiteX0-99" fmla="*/ 9143999 w 9143999"/>
              <a:gd name="connsiteY0-100" fmla="*/ 0 h 2051818"/>
              <a:gd name="connsiteX1-101" fmla="*/ 9143999 w 9143999"/>
              <a:gd name="connsiteY1-102" fmla="*/ 2051818 h 2051818"/>
              <a:gd name="connsiteX2-103" fmla="*/ 0 w 9143999"/>
              <a:gd name="connsiteY2-104" fmla="*/ 2051818 h 2051818"/>
              <a:gd name="connsiteX3-105" fmla="*/ 0 w 9143999"/>
              <a:gd name="connsiteY3-106" fmla="*/ 1204077 h 2051818"/>
              <a:gd name="connsiteX4-107" fmla="*/ 25380 w 9143999"/>
              <a:gd name="connsiteY4-108" fmla="*/ 54648 h 2051818"/>
              <a:gd name="connsiteX5-109" fmla="*/ 9143999 w 9143999"/>
              <a:gd name="connsiteY5-110" fmla="*/ 0 h 2051818"/>
              <a:gd name="connsiteX0-111" fmla="*/ 9143999 w 9143999"/>
              <a:gd name="connsiteY0-112" fmla="*/ 0 h 2051818"/>
              <a:gd name="connsiteX1-113" fmla="*/ 9143999 w 9143999"/>
              <a:gd name="connsiteY1-114" fmla="*/ 2051818 h 2051818"/>
              <a:gd name="connsiteX2-115" fmla="*/ 0 w 9143999"/>
              <a:gd name="connsiteY2-116" fmla="*/ 2051818 h 2051818"/>
              <a:gd name="connsiteX3-117" fmla="*/ 0 w 9143999"/>
              <a:gd name="connsiteY3-118" fmla="*/ 1204077 h 2051818"/>
              <a:gd name="connsiteX4-119" fmla="*/ 25380 w 9143999"/>
              <a:gd name="connsiteY4-120" fmla="*/ 54648 h 2051818"/>
              <a:gd name="connsiteX5-121" fmla="*/ 9143999 w 9143999"/>
              <a:gd name="connsiteY5-122" fmla="*/ 0 h 2051818"/>
              <a:gd name="connsiteX0-123" fmla="*/ 9124647 w 9143999"/>
              <a:gd name="connsiteY0-124" fmla="*/ 0 h 2127943"/>
              <a:gd name="connsiteX1-125" fmla="*/ 9143999 w 9143999"/>
              <a:gd name="connsiteY1-126" fmla="*/ 2127943 h 2127943"/>
              <a:gd name="connsiteX2-127" fmla="*/ 0 w 9143999"/>
              <a:gd name="connsiteY2-128" fmla="*/ 2127943 h 2127943"/>
              <a:gd name="connsiteX3-129" fmla="*/ 0 w 9143999"/>
              <a:gd name="connsiteY3-130" fmla="*/ 1280202 h 2127943"/>
              <a:gd name="connsiteX4-131" fmla="*/ 25380 w 9143999"/>
              <a:gd name="connsiteY4-132" fmla="*/ 130773 h 2127943"/>
              <a:gd name="connsiteX5-133" fmla="*/ 9124647 w 9143999"/>
              <a:gd name="connsiteY5-134" fmla="*/ 0 h 2127943"/>
              <a:gd name="connsiteX0-135" fmla="*/ 9124647 w 9143999"/>
              <a:gd name="connsiteY0-136" fmla="*/ 0 h 2127943"/>
              <a:gd name="connsiteX1-137" fmla="*/ 9143999 w 9143999"/>
              <a:gd name="connsiteY1-138" fmla="*/ 2127943 h 2127943"/>
              <a:gd name="connsiteX2-139" fmla="*/ 0 w 9143999"/>
              <a:gd name="connsiteY2-140" fmla="*/ 2127943 h 2127943"/>
              <a:gd name="connsiteX3-141" fmla="*/ 0 w 9143999"/>
              <a:gd name="connsiteY3-142" fmla="*/ 1280202 h 2127943"/>
              <a:gd name="connsiteX4-143" fmla="*/ 25380 w 9143999"/>
              <a:gd name="connsiteY4-144" fmla="*/ 130773 h 2127943"/>
              <a:gd name="connsiteX5-145" fmla="*/ 9124647 w 9143999"/>
              <a:gd name="connsiteY5-146" fmla="*/ 0 h 2127943"/>
              <a:gd name="connsiteX0-147" fmla="*/ 9124647 w 9143999"/>
              <a:gd name="connsiteY0-148" fmla="*/ 0 h 2127943"/>
              <a:gd name="connsiteX1-149" fmla="*/ 9143999 w 9143999"/>
              <a:gd name="connsiteY1-150" fmla="*/ 2127943 h 2127943"/>
              <a:gd name="connsiteX2-151" fmla="*/ 0 w 9143999"/>
              <a:gd name="connsiteY2-152" fmla="*/ 2127943 h 2127943"/>
              <a:gd name="connsiteX3-153" fmla="*/ 0 w 9143999"/>
              <a:gd name="connsiteY3-154" fmla="*/ 1280202 h 2127943"/>
              <a:gd name="connsiteX4-155" fmla="*/ 6028 w 9143999"/>
              <a:gd name="connsiteY4-156" fmla="*/ 11147 h 2127943"/>
              <a:gd name="connsiteX5-157" fmla="*/ 9124647 w 9143999"/>
              <a:gd name="connsiteY5-158" fmla="*/ 0 h 2127943"/>
              <a:gd name="connsiteX0-159" fmla="*/ 9138134 w 9157486"/>
              <a:gd name="connsiteY0-160" fmla="*/ 0 h 2127943"/>
              <a:gd name="connsiteX1-161" fmla="*/ 9157486 w 9157486"/>
              <a:gd name="connsiteY1-162" fmla="*/ 2127943 h 2127943"/>
              <a:gd name="connsiteX2-163" fmla="*/ 13487 w 9157486"/>
              <a:gd name="connsiteY2-164" fmla="*/ 2127943 h 2127943"/>
              <a:gd name="connsiteX3-165" fmla="*/ 13487 w 9157486"/>
              <a:gd name="connsiteY3-166" fmla="*/ 1280202 h 2127943"/>
              <a:gd name="connsiteX4-167" fmla="*/ 163 w 9157486"/>
              <a:gd name="connsiteY4-168" fmla="*/ 141648 h 2127943"/>
              <a:gd name="connsiteX5-169" fmla="*/ 9138134 w 9157486"/>
              <a:gd name="connsiteY5-170" fmla="*/ 0 h 212794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9157486" h="2127943">
                <a:moveTo>
                  <a:pt x="9138134" y="0"/>
                </a:moveTo>
                <a:lnTo>
                  <a:pt x="9157486" y="2127943"/>
                </a:lnTo>
                <a:lnTo>
                  <a:pt x="13487" y="2127943"/>
                </a:lnTo>
                <a:lnTo>
                  <a:pt x="13487" y="1280202"/>
                </a:lnTo>
                <a:cubicBezTo>
                  <a:pt x="15496" y="857184"/>
                  <a:pt x="-1846" y="564666"/>
                  <a:pt x="163" y="141648"/>
                </a:cubicBezTo>
                <a:cubicBezTo>
                  <a:pt x="3568670" y="1577063"/>
                  <a:pt x="7137176" y="1131097"/>
                  <a:pt x="9138134" y="0"/>
                </a:cubicBezTo>
                <a:close/>
              </a:path>
            </a:pathLst>
          </a:custGeom>
          <a:gradFill>
            <a:gsLst>
              <a:gs pos="0">
                <a:srgbClr val="04619D"/>
              </a:gs>
              <a:gs pos="100000">
                <a:srgbClr val="342275">
                  <a:alpha val="8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44" name="任意多边形 43"/>
          <p:cNvSpPr/>
          <p:nvPr/>
        </p:nvSpPr>
        <p:spPr>
          <a:xfrm rot="16200000">
            <a:off x="2269997" y="-16039"/>
            <a:ext cx="6868891" cy="6879174"/>
          </a:xfrm>
          <a:custGeom>
            <a:avLst/>
            <a:gdLst>
              <a:gd name="connsiteX0" fmla="*/ 6858000 w 6858000"/>
              <a:gd name="connsiteY0" fmla="*/ 0 h 6459417"/>
              <a:gd name="connsiteX1" fmla="*/ 6858000 w 6858000"/>
              <a:gd name="connsiteY1" fmla="*/ 1675279 h 6459417"/>
              <a:gd name="connsiteX2" fmla="*/ 6858000 w 6858000"/>
              <a:gd name="connsiteY2" fmla="*/ 1819701 h 6459417"/>
              <a:gd name="connsiteX3" fmla="*/ 6858000 w 6858000"/>
              <a:gd name="connsiteY3" fmla="*/ 2278767 h 6459417"/>
              <a:gd name="connsiteX4" fmla="*/ 6858000 w 6858000"/>
              <a:gd name="connsiteY4" fmla="*/ 3954046 h 6459417"/>
              <a:gd name="connsiteX5" fmla="*/ 6858000 w 6858000"/>
              <a:gd name="connsiteY5" fmla="*/ 4098468 h 6459417"/>
              <a:gd name="connsiteX6" fmla="*/ 6858000 w 6858000"/>
              <a:gd name="connsiteY6" fmla="*/ 4180650 h 6459417"/>
              <a:gd name="connsiteX7" fmla="*/ 6858000 w 6858000"/>
              <a:gd name="connsiteY7" fmla="*/ 6459417 h 6459417"/>
              <a:gd name="connsiteX8" fmla="*/ 0 w 6858000"/>
              <a:gd name="connsiteY8" fmla="*/ 6459417 h 6459417"/>
              <a:gd name="connsiteX9" fmla="*/ 0 w 6858000"/>
              <a:gd name="connsiteY9" fmla="*/ 4180650 h 6459417"/>
              <a:gd name="connsiteX10" fmla="*/ 0 w 6858000"/>
              <a:gd name="connsiteY10" fmla="*/ 4098468 h 6459417"/>
              <a:gd name="connsiteX11" fmla="*/ 0 w 6858000"/>
              <a:gd name="connsiteY11" fmla="*/ 3954046 h 6459417"/>
              <a:gd name="connsiteX12" fmla="*/ 0 w 6858000"/>
              <a:gd name="connsiteY12" fmla="*/ 3295924 h 6459417"/>
              <a:gd name="connsiteX13" fmla="*/ 0 w 6858000"/>
              <a:gd name="connsiteY13" fmla="*/ 1819701 h 6459417"/>
              <a:gd name="connsiteX14" fmla="*/ 0 w 6858000"/>
              <a:gd name="connsiteY14" fmla="*/ 1675279 h 6459417"/>
              <a:gd name="connsiteX15" fmla="*/ 0 w 6858000"/>
              <a:gd name="connsiteY15" fmla="*/ 1017157 h 6459417"/>
              <a:gd name="connsiteX16" fmla="*/ 227535 w 6858000"/>
              <a:gd name="connsiteY16" fmla="*/ 1166258 h 6459417"/>
              <a:gd name="connsiteX17" fmla="*/ 6270374 w 6858000"/>
              <a:gd name="connsiteY17" fmla="*/ 412001 h 6459417"/>
              <a:gd name="connsiteX18" fmla="*/ 6705779 w 6858000"/>
              <a:gd name="connsiteY18" fmla="*/ 117916 h 6459417"/>
              <a:gd name="connsiteX0-1" fmla="*/ 6858000 w 6941935"/>
              <a:gd name="connsiteY0-2" fmla="*/ 56823 h 6516240"/>
              <a:gd name="connsiteX1-3" fmla="*/ 6858000 w 6941935"/>
              <a:gd name="connsiteY1-4" fmla="*/ 1732102 h 6516240"/>
              <a:gd name="connsiteX2-5" fmla="*/ 6858000 w 6941935"/>
              <a:gd name="connsiteY2-6" fmla="*/ 1876524 h 6516240"/>
              <a:gd name="connsiteX3-7" fmla="*/ 6858000 w 6941935"/>
              <a:gd name="connsiteY3-8" fmla="*/ 2335590 h 6516240"/>
              <a:gd name="connsiteX4-9" fmla="*/ 6858000 w 6941935"/>
              <a:gd name="connsiteY4-10" fmla="*/ 4010869 h 6516240"/>
              <a:gd name="connsiteX5-11" fmla="*/ 6858000 w 6941935"/>
              <a:gd name="connsiteY5-12" fmla="*/ 4155291 h 6516240"/>
              <a:gd name="connsiteX6-13" fmla="*/ 6858000 w 6941935"/>
              <a:gd name="connsiteY6-14" fmla="*/ 4237473 h 6516240"/>
              <a:gd name="connsiteX7-15" fmla="*/ 6858000 w 6941935"/>
              <a:gd name="connsiteY7-16" fmla="*/ 6516240 h 6516240"/>
              <a:gd name="connsiteX8-17" fmla="*/ 0 w 6941935"/>
              <a:gd name="connsiteY8-18" fmla="*/ 6516240 h 6516240"/>
              <a:gd name="connsiteX9-19" fmla="*/ 0 w 6941935"/>
              <a:gd name="connsiteY9-20" fmla="*/ 4237473 h 6516240"/>
              <a:gd name="connsiteX10-21" fmla="*/ 0 w 6941935"/>
              <a:gd name="connsiteY10-22" fmla="*/ 4155291 h 6516240"/>
              <a:gd name="connsiteX11-23" fmla="*/ 0 w 6941935"/>
              <a:gd name="connsiteY11-24" fmla="*/ 4010869 h 6516240"/>
              <a:gd name="connsiteX12-25" fmla="*/ 0 w 6941935"/>
              <a:gd name="connsiteY12-26" fmla="*/ 3352747 h 6516240"/>
              <a:gd name="connsiteX13-27" fmla="*/ 0 w 6941935"/>
              <a:gd name="connsiteY13-28" fmla="*/ 1876524 h 6516240"/>
              <a:gd name="connsiteX14-29" fmla="*/ 0 w 6941935"/>
              <a:gd name="connsiteY14-30" fmla="*/ 1732102 h 6516240"/>
              <a:gd name="connsiteX15-31" fmla="*/ 0 w 6941935"/>
              <a:gd name="connsiteY15-32" fmla="*/ 1073980 h 6516240"/>
              <a:gd name="connsiteX16-33" fmla="*/ 227535 w 6941935"/>
              <a:gd name="connsiteY16-34" fmla="*/ 1223081 h 6516240"/>
              <a:gd name="connsiteX17-35" fmla="*/ 6270374 w 6941935"/>
              <a:gd name="connsiteY17-36" fmla="*/ 468824 h 6516240"/>
              <a:gd name="connsiteX18-37" fmla="*/ 6858000 w 6941935"/>
              <a:gd name="connsiteY18-38" fmla="*/ 56823 h 6516240"/>
              <a:gd name="connsiteX0-39" fmla="*/ 6858000 w 6858000"/>
              <a:gd name="connsiteY0-40" fmla="*/ 4734 h 6464151"/>
              <a:gd name="connsiteX1-41" fmla="*/ 6858000 w 6858000"/>
              <a:gd name="connsiteY1-42" fmla="*/ 1680013 h 6464151"/>
              <a:gd name="connsiteX2-43" fmla="*/ 6858000 w 6858000"/>
              <a:gd name="connsiteY2-44" fmla="*/ 1824435 h 6464151"/>
              <a:gd name="connsiteX3-45" fmla="*/ 6858000 w 6858000"/>
              <a:gd name="connsiteY3-46" fmla="*/ 2283501 h 6464151"/>
              <a:gd name="connsiteX4-47" fmla="*/ 6858000 w 6858000"/>
              <a:gd name="connsiteY4-48" fmla="*/ 3958780 h 6464151"/>
              <a:gd name="connsiteX5-49" fmla="*/ 6858000 w 6858000"/>
              <a:gd name="connsiteY5-50" fmla="*/ 4103202 h 6464151"/>
              <a:gd name="connsiteX6-51" fmla="*/ 6858000 w 6858000"/>
              <a:gd name="connsiteY6-52" fmla="*/ 4185384 h 6464151"/>
              <a:gd name="connsiteX7-53" fmla="*/ 6858000 w 6858000"/>
              <a:gd name="connsiteY7-54" fmla="*/ 6464151 h 6464151"/>
              <a:gd name="connsiteX8-55" fmla="*/ 0 w 6858000"/>
              <a:gd name="connsiteY8-56" fmla="*/ 6464151 h 6464151"/>
              <a:gd name="connsiteX9-57" fmla="*/ 0 w 6858000"/>
              <a:gd name="connsiteY9-58" fmla="*/ 4185384 h 6464151"/>
              <a:gd name="connsiteX10-59" fmla="*/ 0 w 6858000"/>
              <a:gd name="connsiteY10-60" fmla="*/ 4103202 h 6464151"/>
              <a:gd name="connsiteX11-61" fmla="*/ 0 w 6858000"/>
              <a:gd name="connsiteY11-62" fmla="*/ 3958780 h 6464151"/>
              <a:gd name="connsiteX12-63" fmla="*/ 0 w 6858000"/>
              <a:gd name="connsiteY12-64" fmla="*/ 3300658 h 6464151"/>
              <a:gd name="connsiteX13-65" fmla="*/ 0 w 6858000"/>
              <a:gd name="connsiteY13-66" fmla="*/ 1824435 h 6464151"/>
              <a:gd name="connsiteX14-67" fmla="*/ 0 w 6858000"/>
              <a:gd name="connsiteY14-68" fmla="*/ 1680013 h 6464151"/>
              <a:gd name="connsiteX15-69" fmla="*/ 0 w 6858000"/>
              <a:gd name="connsiteY15-70" fmla="*/ 1021891 h 6464151"/>
              <a:gd name="connsiteX16-71" fmla="*/ 227535 w 6858000"/>
              <a:gd name="connsiteY16-72" fmla="*/ 1170992 h 6464151"/>
              <a:gd name="connsiteX17-73" fmla="*/ 6858000 w 6858000"/>
              <a:gd name="connsiteY17-74" fmla="*/ 4734 h 6464151"/>
              <a:gd name="connsiteX0-75" fmla="*/ 6858000 w 6858000"/>
              <a:gd name="connsiteY0-76" fmla="*/ 0 h 6459417"/>
              <a:gd name="connsiteX1-77" fmla="*/ 6858000 w 6858000"/>
              <a:gd name="connsiteY1-78" fmla="*/ 1675279 h 6459417"/>
              <a:gd name="connsiteX2-79" fmla="*/ 6858000 w 6858000"/>
              <a:gd name="connsiteY2-80" fmla="*/ 1819701 h 6459417"/>
              <a:gd name="connsiteX3-81" fmla="*/ 6858000 w 6858000"/>
              <a:gd name="connsiteY3-82" fmla="*/ 2278767 h 6459417"/>
              <a:gd name="connsiteX4-83" fmla="*/ 6858000 w 6858000"/>
              <a:gd name="connsiteY4-84" fmla="*/ 3954046 h 6459417"/>
              <a:gd name="connsiteX5-85" fmla="*/ 6858000 w 6858000"/>
              <a:gd name="connsiteY5-86" fmla="*/ 4098468 h 6459417"/>
              <a:gd name="connsiteX6-87" fmla="*/ 6858000 w 6858000"/>
              <a:gd name="connsiteY6-88" fmla="*/ 4180650 h 6459417"/>
              <a:gd name="connsiteX7-89" fmla="*/ 6858000 w 6858000"/>
              <a:gd name="connsiteY7-90" fmla="*/ 6459417 h 6459417"/>
              <a:gd name="connsiteX8-91" fmla="*/ 0 w 6858000"/>
              <a:gd name="connsiteY8-92" fmla="*/ 6459417 h 6459417"/>
              <a:gd name="connsiteX9-93" fmla="*/ 0 w 6858000"/>
              <a:gd name="connsiteY9-94" fmla="*/ 4180650 h 6459417"/>
              <a:gd name="connsiteX10-95" fmla="*/ 0 w 6858000"/>
              <a:gd name="connsiteY10-96" fmla="*/ 4098468 h 6459417"/>
              <a:gd name="connsiteX11-97" fmla="*/ 0 w 6858000"/>
              <a:gd name="connsiteY11-98" fmla="*/ 3954046 h 6459417"/>
              <a:gd name="connsiteX12-99" fmla="*/ 0 w 6858000"/>
              <a:gd name="connsiteY12-100" fmla="*/ 3295924 h 6459417"/>
              <a:gd name="connsiteX13-101" fmla="*/ 0 w 6858000"/>
              <a:gd name="connsiteY13-102" fmla="*/ 1819701 h 6459417"/>
              <a:gd name="connsiteX14-103" fmla="*/ 0 w 6858000"/>
              <a:gd name="connsiteY14-104" fmla="*/ 1675279 h 6459417"/>
              <a:gd name="connsiteX15-105" fmla="*/ 0 w 6858000"/>
              <a:gd name="connsiteY15-106" fmla="*/ 1017157 h 6459417"/>
              <a:gd name="connsiteX16-107" fmla="*/ 227535 w 6858000"/>
              <a:gd name="connsiteY16-108" fmla="*/ 1166258 h 6459417"/>
              <a:gd name="connsiteX17-109" fmla="*/ 6858000 w 6858000"/>
              <a:gd name="connsiteY17-110" fmla="*/ 0 h 6459417"/>
              <a:gd name="connsiteX0-111" fmla="*/ 6858000 w 6858000"/>
              <a:gd name="connsiteY0-112" fmla="*/ 0 h 6459417"/>
              <a:gd name="connsiteX1-113" fmla="*/ 6858000 w 6858000"/>
              <a:gd name="connsiteY1-114" fmla="*/ 1675279 h 6459417"/>
              <a:gd name="connsiteX2-115" fmla="*/ 6858000 w 6858000"/>
              <a:gd name="connsiteY2-116" fmla="*/ 1819701 h 6459417"/>
              <a:gd name="connsiteX3-117" fmla="*/ 6858000 w 6858000"/>
              <a:gd name="connsiteY3-118" fmla="*/ 2278767 h 6459417"/>
              <a:gd name="connsiteX4-119" fmla="*/ 6858000 w 6858000"/>
              <a:gd name="connsiteY4-120" fmla="*/ 3954046 h 6459417"/>
              <a:gd name="connsiteX5-121" fmla="*/ 6858000 w 6858000"/>
              <a:gd name="connsiteY5-122" fmla="*/ 4098468 h 6459417"/>
              <a:gd name="connsiteX6-123" fmla="*/ 6858000 w 6858000"/>
              <a:gd name="connsiteY6-124" fmla="*/ 4180650 h 6459417"/>
              <a:gd name="connsiteX7-125" fmla="*/ 6858000 w 6858000"/>
              <a:gd name="connsiteY7-126" fmla="*/ 6459417 h 6459417"/>
              <a:gd name="connsiteX8-127" fmla="*/ 0 w 6858000"/>
              <a:gd name="connsiteY8-128" fmla="*/ 6459417 h 6459417"/>
              <a:gd name="connsiteX9-129" fmla="*/ 0 w 6858000"/>
              <a:gd name="connsiteY9-130" fmla="*/ 4180650 h 6459417"/>
              <a:gd name="connsiteX10-131" fmla="*/ 0 w 6858000"/>
              <a:gd name="connsiteY10-132" fmla="*/ 4098468 h 6459417"/>
              <a:gd name="connsiteX11-133" fmla="*/ 0 w 6858000"/>
              <a:gd name="connsiteY11-134" fmla="*/ 3954046 h 6459417"/>
              <a:gd name="connsiteX12-135" fmla="*/ 0 w 6858000"/>
              <a:gd name="connsiteY12-136" fmla="*/ 3295924 h 6459417"/>
              <a:gd name="connsiteX13-137" fmla="*/ 0 w 6858000"/>
              <a:gd name="connsiteY13-138" fmla="*/ 1819701 h 6459417"/>
              <a:gd name="connsiteX14-139" fmla="*/ 0 w 6858000"/>
              <a:gd name="connsiteY14-140" fmla="*/ 1675279 h 6459417"/>
              <a:gd name="connsiteX15-141" fmla="*/ 0 w 6858000"/>
              <a:gd name="connsiteY15-142" fmla="*/ 1017157 h 6459417"/>
              <a:gd name="connsiteX16-143" fmla="*/ 6858000 w 6858000"/>
              <a:gd name="connsiteY16-144" fmla="*/ 0 h 6459417"/>
              <a:gd name="connsiteX0-145" fmla="*/ 6858000 w 6858000"/>
              <a:gd name="connsiteY0-146" fmla="*/ 0 h 6459417"/>
              <a:gd name="connsiteX1-147" fmla="*/ 6858000 w 6858000"/>
              <a:gd name="connsiteY1-148" fmla="*/ 1675279 h 6459417"/>
              <a:gd name="connsiteX2-149" fmla="*/ 6858000 w 6858000"/>
              <a:gd name="connsiteY2-150" fmla="*/ 1819701 h 6459417"/>
              <a:gd name="connsiteX3-151" fmla="*/ 6858000 w 6858000"/>
              <a:gd name="connsiteY3-152" fmla="*/ 2278767 h 6459417"/>
              <a:gd name="connsiteX4-153" fmla="*/ 6858000 w 6858000"/>
              <a:gd name="connsiteY4-154" fmla="*/ 3954046 h 6459417"/>
              <a:gd name="connsiteX5-155" fmla="*/ 6858000 w 6858000"/>
              <a:gd name="connsiteY5-156" fmla="*/ 4098468 h 6459417"/>
              <a:gd name="connsiteX6-157" fmla="*/ 6858000 w 6858000"/>
              <a:gd name="connsiteY6-158" fmla="*/ 4180650 h 6459417"/>
              <a:gd name="connsiteX7-159" fmla="*/ 6858000 w 6858000"/>
              <a:gd name="connsiteY7-160" fmla="*/ 6459417 h 6459417"/>
              <a:gd name="connsiteX8-161" fmla="*/ 0 w 6858000"/>
              <a:gd name="connsiteY8-162" fmla="*/ 6459417 h 6459417"/>
              <a:gd name="connsiteX9-163" fmla="*/ 0 w 6858000"/>
              <a:gd name="connsiteY9-164" fmla="*/ 4180650 h 6459417"/>
              <a:gd name="connsiteX10-165" fmla="*/ 0 w 6858000"/>
              <a:gd name="connsiteY10-166" fmla="*/ 4098468 h 6459417"/>
              <a:gd name="connsiteX11-167" fmla="*/ 0 w 6858000"/>
              <a:gd name="connsiteY11-168" fmla="*/ 3954046 h 6459417"/>
              <a:gd name="connsiteX12-169" fmla="*/ 0 w 6858000"/>
              <a:gd name="connsiteY12-170" fmla="*/ 3295924 h 6459417"/>
              <a:gd name="connsiteX13-171" fmla="*/ 0 w 6858000"/>
              <a:gd name="connsiteY13-172" fmla="*/ 1819701 h 6459417"/>
              <a:gd name="connsiteX14-173" fmla="*/ 0 w 6858000"/>
              <a:gd name="connsiteY14-174" fmla="*/ 1675279 h 6459417"/>
              <a:gd name="connsiteX15-175" fmla="*/ 0 w 6858000"/>
              <a:gd name="connsiteY15-176" fmla="*/ 1017157 h 6459417"/>
              <a:gd name="connsiteX16-177" fmla="*/ 6858000 w 6858000"/>
              <a:gd name="connsiteY16-178" fmla="*/ 0 h 6459417"/>
              <a:gd name="connsiteX0-179" fmla="*/ 6858000 w 6858000"/>
              <a:gd name="connsiteY0-180" fmla="*/ 0 h 6459417"/>
              <a:gd name="connsiteX1-181" fmla="*/ 6858000 w 6858000"/>
              <a:gd name="connsiteY1-182" fmla="*/ 1675279 h 6459417"/>
              <a:gd name="connsiteX2-183" fmla="*/ 6858000 w 6858000"/>
              <a:gd name="connsiteY2-184" fmla="*/ 1819701 h 6459417"/>
              <a:gd name="connsiteX3-185" fmla="*/ 6858000 w 6858000"/>
              <a:gd name="connsiteY3-186" fmla="*/ 2278767 h 6459417"/>
              <a:gd name="connsiteX4-187" fmla="*/ 6858000 w 6858000"/>
              <a:gd name="connsiteY4-188" fmla="*/ 3954046 h 6459417"/>
              <a:gd name="connsiteX5-189" fmla="*/ 6858000 w 6858000"/>
              <a:gd name="connsiteY5-190" fmla="*/ 4098468 h 6459417"/>
              <a:gd name="connsiteX6-191" fmla="*/ 6858000 w 6858000"/>
              <a:gd name="connsiteY6-192" fmla="*/ 4180650 h 6459417"/>
              <a:gd name="connsiteX7-193" fmla="*/ 6858000 w 6858000"/>
              <a:gd name="connsiteY7-194" fmla="*/ 6459417 h 6459417"/>
              <a:gd name="connsiteX8-195" fmla="*/ 0 w 6858000"/>
              <a:gd name="connsiteY8-196" fmla="*/ 6459417 h 6459417"/>
              <a:gd name="connsiteX9-197" fmla="*/ 0 w 6858000"/>
              <a:gd name="connsiteY9-198" fmla="*/ 4180650 h 6459417"/>
              <a:gd name="connsiteX10-199" fmla="*/ 0 w 6858000"/>
              <a:gd name="connsiteY10-200" fmla="*/ 4098468 h 6459417"/>
              <a:gd name="connsiteX11-201" fmla="*/ 0 w 6858000"/>
              <a:gd name="connsiteY11-202" fmla="*/ 3954046 h 6459417"/>
              <a:gd name="connsiteX12-203" fmla="*/ 0 w 6858000"/>
              <a:gd name="connsiteY12-204" fmla="*/ 3295924 h 6459417"/>
              <a:gd name="connsiteX13-205" fmla="*/ 0 w 6858000"/>
              <a:gd name="connsiteY13-206" fmla="*/ 1819701 h 6459417"/>
              <a:gd name="connsiteX14-207" fmla="*/ 0 w 6858000"/>
              <a:gd name="connsiteY14-208" fmla="*/ 1675279 h 6459417"/>
              <a:gd name="connsiteX15-209" fmla="*/ 0 w 6858000"/>
              <a:gd name="connsiteY15-210" fmla="*/ 1017157 h 6459417"/>
              <a:gd name="connsiteX16-211" fmla="*/ 6858000 w 6858000"/>
              <a:gd name="connsiteY16-212" fmla="*/ 0 h 6459417"/>
              <a:gd name="connsiteX0-213" fmla="*/ 6858000 w 6858000"/>
              <a:gd name="connsiteY0-214" fmla="*/ 0 h 6459417"/>
              <a:gd name="connsiteX1-215" fmla="*/ 6858000 w 6858000"/>
              <a:gd name="connsiteY1-216" fmla="*/ 1675279 h 6459417"/>
              <a:gd name="connsiteX2-217" fmla="*/ 6858000 w 6858000"/>
              <a:gd name="connsiteY2-218" fmla="*/ 1819701 h 6459417"/>
              <a:gd name="connsiteX3-219" fmla="*/ 6858000 w 6858000"/>
              <a:gd name="connsiteY3-220" fmla="*/ 2278767 h 6459417"/>
              <a:gd name="connsiteX4-221" fmla="*/ 6858000 w 6858000"/>
              <a:gd name="connsiteY4-222" fmla="*/ 3954046 h 6459417"/>
              <a:gd name="connsiteX5-223" fmla="*/ 6858000 w 6858000"/>
              <a:gd name="connsiteY5-224" fmla="*/ 4098468 h 6459417"/>
              <a:gd name="connsiteX6-225" fmla="*/ 6858000 w 6858000"/>
              <a:gd name="connsiteY6-226" fmla="*/ 4180650 h 6459417"/>
              <a:gd name="connsiteX7-227" fmla="*/ 6858000 w 6858000"/>
              <a:gd name="connsiteY7-228" fmla="*/ 6459417 h 6459417"/>
              <a:gd name="connsiteX8-229" fmla="*/ 0 w 6858000"/>
              <a:gd name="connsiteY8-230" fmla="*/ 6459417 h 6459417"/>
              <a:gd name="connsiteX9-231" fmla="*/ 0 w 6858000"/>
              <a:gd name="connsiteY9-232" fmla="*/ 4180650 h 6459417"/>
              <a:gd name="connsiteX10-233" fmla="*/ 0 w 6858000"/>
              <a:gd name="connsiteY10-234" fmla="*/ 4098468 h 6459417"/>
              <a:gd name="connsiteX11-235" fmla="*/ 0 w 6858000"/>
              <a:gd name="connsiteY11-236" fmla="*/ 3954046 h 6459417"/>
              <a:gd name="connsiteX12-237" fmla="*/ 0 w 6858000"/>
              <a:gd name="connsiteY12-238" fmla="*/ 3295924 h 6459417"/>
              <a:gd name="connsiteX13-239" fmla="*/ 0 w 6858000"/>
              <a:gd name="connsiteY13-240" fmla="*/ 1819701 h 6459417"/>
              <a:gd name="connsiteX14-241" fmla="*/ 0 w 6858000"/>
              <a:gd name="connsiteY14-242" fmla="*/ 1675279 h 6459417"/>
              <a:gd name="connsiteX15-243" fmla="*/ 0 w 6858000"/>
              <a:gd name="connsiteY15-244" fmla="*/ 1017157 h 6459417"/>
              <a:gd name="connsiteX16-245" fmla="*/ 6858000 w 6858000"/>
              <a:gd name="connsiteY16-246" fmla="*/ 0 h 6459417"/>
              <a:gd name="connsiteX0-247" fmla="*/ 6858000 w 6858000"/>
              <a:gd name="connsiteY0-248" fmla="*/ 0 h 6459417"/>
              <a:gd name="connsiteX1-249" fmla="*/ 6858000 w 6858000"/>
              <a:gd name="connsiteY1-250" fmla="*/ 1675279 h 6459417"/>
              <a:gd name="connsiteX2-251" fmla="*/ 6858000 w 6858000"/>
              <a:gd name="connsiteY2-252" fmla="*/ 1819701 h 6459417"/>
              <a:gd name="connsiteX3-253" fmla="*/ 6858000 w 6858000"/>
              <a:gd name="connsiteY3-254" fmla="*/ 2278767 h 6459417"/>
              <a:gd name="connsiteX4-255" fmla="*/ 6858000 w 6858000"/>
              <a:gd name="connsiteY4-256" fmla="*/ 3954046 h 6459417"/>
              <a:gd name="connsiteX5-257" fmla="*/ 6858000 w 6858000"/>
              <a:gd name="connsiteY5-258" fmla="*/ 4098468 h 6459417"/>
              <a:gd name="connsiteX6-259" fmla="*/ 6858000 w 6858000"/>
              <a:gd name="connsiteY6-260" fmla="*/ 4180650 h 6459417"/>
              <a:gd name="connsiteX7-261" fmla="*/ 6858000 w 6858000"/>
              <a:gd name="connsiteY7-262" fmla="*/ 6459417 h 6459417"/>
              <a:gd name="connsiteX8-263" fmla="*/ 0 w 6858000"/>
              <a:gd name="connsiteY8-264" fmla="*/ 6459417 h 6459417"/>
              <a:gd name="connsiteX9-265" fmla="*/ 0 w 6858000"/>
              <a:gd name="connsiteY9-266" fmla="*/ 4180650 h 6459417"/>
              <a:gd name="connsiteX10-267" fmla="*/ 0 w 6858000"/>
              <a:gd name="connsiteY10-268" fmla="*/ 4098468 h 6459417"/>
              <a:gd name="connsiteX11-269" fmla="*/ 0 w 6858000"/>
              <a:gd name="connsiteY11-270" fmla="*/ 3954046 h 6459417"/>
              <a:gd name="connsiteX12-271" fmla="*/ 0 w 6858000"/>
              <a:gd name="connsiteY12-272" fmla="*/ 3295924 h 6459417"/>
              <a:gd name="connsiteX13-273" fmla="*/ 0 w 6858000"/>
              <a:gd name="connsiteY13-274" fmla="*/ 1819701 h 6459417"/>
              <a:gd name="connsiteX14-275" fmla="*/ 0 w 6858000"/>
              <a:gd name="connsiteY14-276" fmla="*/ 1675279 h 6459417"/>
              <a:gd name="connsiteX15-277" fmla="*/ 0 w 6858000"/>
              <a:gd name="connsiteY15-278" fmla="*/ 1017157 h 6459417"/>
              <a:gd name="connsiteX16-279" fmla="*/ 6858000 w 6858000"/>
              <a:gd name="connsiteY16-280" fmla="*/ 0 h 6459417"/>
              <a:gd name="connsiteX0-281" fmla="*/ 6858000 w 6858000"/>
              <a:gd name="connsiteY0-282" fmla="*/ 0 h 6459417"/>
              <a:gd name="connsiteX1-283" fmla="*/ 6858000 w 6858000"/>
              <a:gd name="connsiteY1-284" fmla="*/ 1675279 h 6459417"/>
              <a:gd name="connsiteX2-285" fmla="*/ 6858000 w 6858000"/>
              <a:gd name="connsiteY2-286" fmla="*/ 1819701 h 6459417"/>
              <a:gd name="connsiteX3-287" fmla="*/ 6858000 w 6858000"/>
              <a:gd name="connsiteY3-288" fmla="*/ 2278767 h 6459417"/>
              <a:gd name="connsiteX4-289" fmla="*/ 6858000 w 6858000"/>
              <a:gd name="connsiteY4-290" fmla="*/ 3954046 h 6459417"/>
              <a:gd name="connsiteX5-291" fmla="*/ 6858000 w 6858000"/>
              <a:gd name="connsiteY5-292" fmla="*/ 4098468 h 6459417"/>
              <a:gd name="connsiteX6-293" fmla="*/ 6858000 w 6858000"/>
              <a:gd name="connsiteY6-294" fmla="*/ 4180650 h 6459417"/>
              <a:gd name="connsiteX7-295" fmla="*/ 6858000 w 6858000"/>
              <a:gd name="connsiteY7-296" fmla="*/ 6459417 h 6459417"/>
              <a:gd name="connsiteX8-297" fmla="*/ 0 w 6858000"/>
              <a:gd name="connsiteY8-298" fmla="*/ 6459417 h 6459417"/>
              <a:gd name="connsiteX9-299" fmla="*/ 0 w 6858000"/>
              <a:gd name="connsiteY9-300" fmla="*/ 4180650 h 6459417"/>
              <a:gd name="connsiteX10-301" fmla="*/ 0 w 6858000"/>
              <a:gd name="connsiteY10-302" fmla="*/ 4098468 h 6459417"/>
              <a:gd name="connsiteX11-303" fmla="*/ 0 w 6858000"/>
              <a:gd name="connsiteY11-304" fmla="*/ 3954046 h 6459417"/>
              <a:gd name="connsiteX12-305" fmla="*/ 0 w 6858000"/>
              <a:gd name="connsiteY12-306" fmla="*/ 3295924 h 6459417"/>
              <a:gd name="connsiteX13-307" fmla="*/ 0 w 6858000"/>
              <a:gd name="connsiteY13-308" fmla="*/ 1819701 h 6459417"/>
              <a:gd name="connsiteX14-309" fmla="*/ 0 w 6858000"/>
              <a:gd name="connsiteY14-310" fmla="*/ 1675279 h 6459417"/>
              <a:gd name="connsiteX15-311" fmla="*/ 0 w 6858000"/>
              <a:gd name="connsiteY15-312" fmla="*/ 1017157 h 6459417"/>
              <a:gd name="connsiteX16-313" fmla="*/ 6858000 w 6858000"/>
              <a:gd name="connsiteY16-314" fmla="*/ 0 h 6459417"/>
              <a:gd name="connsiteX0-315" fmla="*/ 6858000 w 6858000"/>
              <a:gd name="connsiteY0-316" fmla="*/ 0 h 6459417"/>
              <a:gd name="connsiteX1-317" fmla="*/ 6858000 w 6858000"/>
              <a:gd name="connsiteY1-318" fmla="*/ 1675279 h 6459417"/>
              <a:gd name="connsiteX2-319" fmla="*/ 6858000 w 6858000"/>
              <a:gd name="connsiteY2-320" fmla="*/ 1819701 h 6459417"/>
              <a:gd name="connsiteX3-321" fmla="*/ 6858000 w 6858000"/>
              <a:gd name="connsiteY3-322" fmla="*/ 2278767 h 6459417"/>
              <a:gd name="connsiteX4-323" fmla="*/ 6858000 w 6858000"/>
              <a:gd name="connsiteY4-324" fmla="*/ 3954046 h 6459417"/>
              <a:gd name="connsiteX5-325" fmla="*/ 6858000 w 6858000"/>
              <a:gd name="connsiteY5-326" fmla="*/ 4098468 h 6459417"/>
              <a:gd name="connsiteX6-327" fmla="*/ 6858000 w 6858000"/>
              <a:gd name="connsiteY6-328" fmla="*/ 4180650 h 6459417"/>
              <a:gd name="connsiteX7-329" fmla="*/ 6858000 w 6858000"/>
              <a:gd name="connsiteY7-330" fmla="*/ 6459417 h 6459417"/>
              <a:gd name="connsiteX8-331" fmla="*/ 0 w 6858000"/>
              <a:gd name="connsiteY8-332" fmla="*/ 6459417 h 6459417"/>
              <a:gd name="connsiteX9-333" fmla="*/ 0 w 6858000"/>
              <a:gd name="connsiteY9-334" fmla="*/ 4180650 h 6459417"/>
              <a:gd name="connsiteX10-335" fmla="*/ 0 w 6858000"/>
              <a:gd name="connsiteY10-336" fmla="*/ 4098468 h 6459417"/>
              <a:gd name="connsiteX11-337" fmla="*/ 0 w 6858000"/>
              <a:gd name="connsiteY11-338" fmla="*/ 3954046 h 6459417"/>
              <a:gd name="connsiteX12-339" fmla="*/ 0 w 6858000"/>
              <a:gd name="connsiteY12-340" fmla="*/ 3295924 h 6459417"/>
              <a:gd name="connsiteX13-341" fmla="*/ 0 w 6858000"/>
              <a:gd name="connsiteY13-342" fmla="*/ 1819701 h 6459417"/>
              <a:gd name="connsiteX14-343" fmla="*/ 0 w 6858000"/>
              <a:gd name="connsiteY14-344" fmla="*/ 1675279 h 6459417"/>
              <a:gd name="connsiteX15-345" fmla="*/ 0 w 6858000"/>
              <a:gd name="connsiteY15-346" fmla="*/ 1017157 h 6459417"/>
              <a:gd name="connsiteX16-347" fmla="*/ 6858000 w 6858000"/>
              <a:gd name="connsiteY16-348" fmla="*/ 0 h 6459417"/>
              <a:gd name="connsiteX0-349" fmla="*/ 6858000 w 6858000"/>
              <a:gd name="connsiteY0-350" fmla="*/ 0 h 6459417"/>
              <a:gd name="connsiteX1-351" fmla="*/ 6858000 w 6858000"/>
              <a:gd name="connsiteY1-352" fmla="*/ 1675279 h 6459417"/>
              <a:gd name="connsiteX2-353" fmla="*/ 6858000 w 6858000"/>
              <a:gd name="connsiteY2-354" fmla="*/ 1819701 h 6459417"/>
              <a:gd name="connsiteX3-355" fmla="*/ 6858000 w 6858000"/>
              <a:gd name="connsiteY3-356" fmla="*/ 2278767 h 6459417"/>
              <a:gd name="connsiteX4-357" fmla="*/ 6858000 w 6858000"/>
              <a:gd name="connsiteY4-358" fmla="*/ 3954046 h 6459417"/>
              <a:gd name="connsiteX5-359" fmla="*/ 6858000 w 6858000"/>
              <a:gd name="connsiteY5-360" fmla="*/ 4098468 h 6459417"/>
              <a:gd name="connsiteX6-361" fmla="*/ 6858000 w 6858000"/>
              <a:gd name="connsiteY6-362" fmla="*/ 4180650 h 6459417"/>
              <a:gd name="connsiteX7-363" fmla="*/ 6858000 w 6858000"/>
              <a:gd name="connsiteY7-364" fmla="*/ 6459417 h 6459417"/>
              <a:gd name="connsiteX8-365" fmla="*/ 0 w 6858000"/>
              <a:gd name="connsiteY8-366" fmla="*/ 6459417 h 6459417"/>
              <a:gd name="connsiteX9-367" fmla="*/ 0 w 6858000"/>
              <a:gd name="connsiteY9-368" fmla="*/ 4180650 h 6459417"/>
              <a:gd name="connsiteX10-369" fmla="*/ 0 w 6858000"/>
              <a:gd name="connsiteY10-370" fmla="*/ 4098468 h 6459417"/>
              <a:gd name="connsiteX11-371" fmla="*/ 0 w 6858000"/>
              <a:gd name="connsiteY11-372" fmla="*/ 3954046 h 6459417"/>
              <a:gd name="connsiteX12-373" fmla="*/ 0 w 6858000"/>
              <a:gd name="connsiteY12-374" fmla="*/ 3295924 h 6459417"/>
              <a:gd name="connsiteX13-375" fmla="*/ 0 w 6858000"/>
              <a:gd name="connsiteY13-376" fmla="*/ 1819701 h 6459417"/>
              <a:gd name="connsiteX14-377" fmla="*/ 0 w 6858000"/>
              <a:gd name="connsiteY14-378" fmla="*/ 1675279 h 6459417"/>
              <a:gd name="connsiteX15-379" fmla="*/ 0 w 6858000"/>
              <a:gd name="connsiteY15-380" fmla="*/ 1017157 h 6459417"/>
              <a:gd name="connsiteX16-381" fmla="*/ 6858000 w 6858000"/>
              <a:gd name="connsiteY16-382" fmla="*/ 0 h 6459417"/>
              <a:gd name="connsiteX0-383" fmla="*/ 6858000 w 6858000"/>
              <a:gd name="connsiteY0-384" fmla="*/ 0 h 6459417"/>
              <a:gd name="connsiteX1-385" fmla="*/ 6858000 w 6858000"/>
              <a:gd name="connsiteY1-386" fmla="*/ 1675279 h 6459417"/>
              <a:gd name="connsiteX2-387" fmla="*/ 6858000 w 6858000"/>
              <a:gd name="connsiteY2-388" fmla="*/ 1819701 h 6459417"/>
              <a:gd name="connsiteX3-389" fmla="*/ 6858000 w 6858000"/>
              <a:gd name="connsiteY3-390" fmla="*/ 2278767 h 6459417"/>
              <a:gd name="connsiteX4-391" fmla="*/ 6858000 w 6858000"/>
              <a:gd name="connsiteY4-392" fmla="*/ 3954046 h 6459417"/>
              <a:gd name="connsiteX5-393" fmla="*/ 6858000 w 6858000"/>
              <a:gd name="connsiteY5-394" fmla="*/ 4098468 h 6459417"/>
              <a:gd name="connsiteX6-395" fmla="*/ 6858000 w 6858000"/>
              <a:gd name="connsiteY6-396" fmla="*/ 4180650 h 6459417"/>
              <a:gd name="connsiteX7-397" fmla="*/ 6858000 w 6858000"/>
              <a:gd name="connsiteY7-398" fmla="*/ 6459417 h 6459417"/>
              <a:gd name="connsiteX8-399" fmla="*/ 0 w 6858000"/>
              <a:gd name="connsiteY8-400" fmla="*/ 6459417 h 6459417"/>
              <a:gd name="connsiteX9-401" fmla="*/ 0 w 6858000"/>
              <a:gd name="connsiteY9-402" fmla="*/ 4180650 h 6459417"/>
              <a:gd name="connsiteX10-403" fmla="*/ 0 w 6858000"/>
              <a:gd name="connsiteY10-404" fmla="*/ 4098468 h 6459417"/>
              <a:gd name="connsiteX11-405" fmla="*/ 0 w 6858000"/>
              <a:gd name="connsiteY11-406" fmla="*/ 3954046 h 6459417"/>
              <a:gd name="connsiteX12-407" fmla="*/ 0 w 6858000"/>
              <a:gd name="connsiteY12-408" fmla="*/ 3295924 h 6459417"/>
              <a:gd name="connsiteX13-409" fmla="*/ 0 w 6858000"/>
              <a:gd name="connsiteY13-410" fmla="*/ 1819701 h 6459417"/>
              <a:gd name="connsiteX14-411" fmla="*/ 0 w 6858000"/>
              <a:gd name="connsiteY14-412" fmla="*/ 1675279 h 6459417"/>
              <a:gd name="connsiteX15-413" fmla="*/ 0 w 6858000"/>
              <a:gd name="connsiteY15-414" fmla="*/ 1017157 h 6459417"/>
              <a:gd name="connsiteX16-415" fmla="*/ 6858000 w 6858000"/>
              <a:gd name="connsiteY16-416" fmla="*/ 0 h 6459417"/>
              <a:gd name="connsiteX0-417" fmla="*/ 6858003 w 6858003"/>
              <a:gd name="connsiteY0-418" fmla="*/ 0 h 6735189"/>
              <a:gd name="connsiteX1-419" fmla="*/ 6858000 w 6858003"/>
              <a:gd name="connsiteY1-420" fmla="*/ 1951051 h 6735189"/>
              <a:gd name="connsiteX2-421" fmla="*/ 6858000 w 6858003"/>
              <a:gd name="connsiteY2-422" fmla="*/ 2095473 h 6735189"/>
              <a:gd name="connsiteX3-423" fmla="*/ 6858000 w 6858003"/>
              <a:gd name="connsiteY3-424" fmla="*/ 2554539 h 6735189"/>
              <a:gd name="connsiteX4-425" fmla="*/ 6858000 w 6858003"/>
              <a:gd name="connsiteY4-426" fmla="*/ 4229818 h 6735189"/>
              <a:gd name="connsiteX5-427" fmla="*/ 6858000 w 6858003"/>
              <a:gd name="connsiteY5-428" fmla="*/ 4374240 h 6735189"/>
              <a:gd name="connsiteX6-429" fmla="*/ 6858000 w 6858003"/>
              <a:gd name="connsiteY6-430" fmla="*/ 4456422 h 6735189"/>
              <a:gd name="connsiteX7-431" fmla="*/ 6858000 w 6858003"/>
              <a:gd name="connsiteY7-432" fmla="*/ 6735189 h 6735189"/>
              <a:gd name="connsiteX8-433" fmla="*/ 0 w 6858003"/>
              <a:gd name="connsiteY8-434" fmla="*/ 6735189 h 6735189"/>
              <a:gd name="connsiteX9-435" fmla="*/ 0 w 6858003"/>
              <a:gd name="connsiteY9-436" fmla="*/ 4456422 h 6735189"/>
              <a:gd name="connsiteX10-437" fmla="*/ 0 w 6858003"/>
              <a:gd name="connsiteY10-438" fmla="*/ 4374240 h 6735189"/>
              <a:gd name="connsiteX11-439" fmla="*/ 0 w 6858003"/>
              <a:gd name="connsiteY11-440" fmla="*/ 4229818 h 6735189"/>
              <a:gd name="connsiteX12-441" fmla="*/ 0 w 6858003"/>
              <a:gd name="connsiteY12-442" fmla="*/ 3571696 h 6735189"/>
              <a:gd name="connsiteX13-443" fmla="*/ 0 w 6858003"/>
              <a:gd name="connsiteY13-444" fmla="*/ 2095473 h 6735189"/>
              <a:gd name="connsiteX14-445" fmla="*/ 0 w 6858003"/>
              <a:gd name="connsiteY14-446" fmla="*/ 1951051 h 6735189"/>
              <a:gd name="connsiteX15-447" fmla="*/ 0 w 6858003"/>
              <a:gd name="connsiteY15-448" fmla="*/ 1292929 h 6735189"/>
              <a:gd name="connsiteX16-449" fmla="*/ 6858003 w 6858003"/>
              <a:gd name="connsiteY16-450" fmla="*/ 0 h 6735189"/>
              <a:gd name="connsiteX0-451" fmla="*/ 6858003 w 6858003"/>
              <a:gd name="connsiteY0-452" fmla="*/ 0 h 6735189"/>
              <a:gd name="connsiteX1-453" fmla="*/ 6858000 w 6858003"/>
              <a:gd name="connsiteY1-454" fmla="*/ 1951051 h 6735189"/>
              <a:gd name="connsiteX2-455" fmla="*/ 6858000 w 6858003"/>
              <a:gd name="connsiteY2-456" fmla="*/ 2095473 h 6735189"/>
              <a:gd name="connsiteX3-457" fmla="*/ 6858000 w 6858003"/>
              <a:gd name="connsiteY3-458" fmla="*/ 2554539 h 6735189"/>
              <a:gd name="connsiteX4-459" fmla="*/ 6858000 w 6858003"/>
              <a:gd name="connsiteY4-460" fmla="*/ 4229818 h 6735189"/>
              <a:gd name="connsiteX5-461" fmla="*/ 6858000 w 6858003"/>
              <a:gd name="connsiteY5-462" fmla="*/ 4374240 h 6735189"/>
              <a:gd name="connsiteX6-463" fmla="*/ 6858000 w 6858003"/>
              <a:gd name="connsiteY6-464" fmla="*/ 4456422 h 6735189"/>
              <a:gd name="connsiteX7-465" fmla="*/ 6858000 w 6858003"/>
              <a:gd name="connsiteY7-466" fmla="*/ 6735189 h 6735189"/>
              <a:gd name="connsiteX8-467" fmla="*/ 0 w 6858003"/>
              <a:gd name="connsiteY8-468" fmla="*/ 6735189 h 6735189"/>
              <a:gd name="connsiteX9-469" fmla="*/ 0 w 6858003"/>
              <a:gd name="connsiteY9-470" fmla="*/ 4456422 h 6735189"/>
              <a:gd name="connsiteX10-471" fmla="*/ 0 w 6858003"/>
              <a:gd name="connsiteY10-472" fmla="*/ 4374240 h 6735189"/>
              <a:gd name="connsiteX11-473" fmla="*/ 0 w 6858003"/>
              <a:gd name="connsiteY11-474" fmla="*/ 4229818 h 6735189"/>
              <a:gd name="connsiteX12-475" fmla="*/ 0 w 6858003"/>
              <a:gd name="connsiteY12-476" fmla="*/ 3571696 h 6735189"/>
              <a:gd name="connsiteX13-477" fmla="*/ 0 w 6858003"/>
              <a:gd name="connsiteY13-478" fmla="*/ 2095473 h 6735189"/>
              <a:gd name="connsiteX14-479" fmla="*/ 0 w 6858003"/>
              <a:gd name="connsiteY14-480" fmla="*/ 1951051 h 6735189"/>
              <a:gd name="connsiteX15-481" fmla="*/ 0 w 6858003"/>
              <a:gd name="connsiteY15-482" fmla="*/ 1292929 h 6735189"/>
              <a:gd name="connsiteX16-483" fmla="*/ 6858003 w 6858003"/>
              <a:gd name="connsiteY16-484" fmla="*/ 0 h 6735189"/>
              <a:gd name="connsiteX0-485" fmla="*/ 6858003 w 6858003"/>
              <a:gd name="connsiteY0-486" fmla="*/ 0 h 6735189"/>
              <a:gd name="connsiteX1-487" fmla="*/ 6858000 w 6858003"/>
              <a:gd name="connsiteY1-488" fmla="*/ 1951051 h 6735189"/>
              <a:gd name="connsiteX2-489" fmla="*/ 6858000 w 6858003"/>
              <a:gd name="connsiteY2-490" fmla="*/ 2095473 h 6735189"/>
              <a:gd name="connsiteX3-491" fmla="*/ 6858000 w 6858003"/>
              <a:gd name="connsiteY3-492" fmla="*/ 2554539 h 6735189"/>
              <a:gd name="connsiteX4-493" fmla="*/ 6858000 w 6858003"/>
              <a:gd name="connsiteY4-494" fmla="*/ 4229818 h 6735189"/>
              <a:gd name="connsiteX5-495" fmla="*/ 6858000 w 6858003"/>
              <a:gd name="connsiteY5-496" fmla="*/ 4374240 h 6735189"/>
              <a:gd name="connsiteX6-497" fmla="*/ 6858000 w 6858003"/>
              <a:gd name="connsiteY6-498" fmla="*/ 4456422 h 6735189"/>
              <a:gd name="connsiteX7-499" fmla="*/ 6858000 w 6858003"/>
              <a:gd name="connsiteY7-500" fmla="*/ 6735189 h 6735189"/>
              <a:gd name="connsiteX8-501" fmla="*/ 0 w 6858003"/>
              <a:gd name="connsiteY8-502" fmla="*/ 6735189 h 6735189"/>
              <a:gd name="connsiteX9-503" fmla="*/ 0 w 6858003"/>
              <a:gd name="connsiteY9-504" fmla="*/ 4456422 h 6735189"/>
              <a:gd name="connsiteX10-505" fmla="*/ 0 w 6858003"/>
              <a:gd name="connsiteY10-506" fmla="*/ 4374240 h 6735189"/>
              <a:gd name="connsiteX11-507" fmla="*/ 0 w 6858003"/>
              <a:gd name="connsiteY11-508" fmla="*/ 4229818 h 6735189"/>
              <a:gd name="connsiteX12-509" fmla="*/ 0 w 6858003"/>
              <a:gd name="connsiteY12-510" fmla="*/ 3571696 h 6735189"/>
              <a:gd name="connsiteX13-511" fmla="*/ 0 w 6858003"/>
              <a:gd name="connsiteY13-512" fmla="*/ 2095473 h 6735189"/>
              <a:gd name="connsiteX14-513" fmla="*/ 0 w 6858003"/>
              <a:gd name="connsiteY14-514" fmla="*/ 1951051 h 6735189"/>
              <a:gd name="connsiteX15-515" fmla="*/ 0 w 6858003"/>
              <a:gd name="connsiteY15-516" fmla="*/ 1292929 h 6735189"/>
              <a:gd name="connsiteX16-517" fmla="*/ 6858003 w 6858003"/>
              <a:gd name="connsiteY16-518" fmla="*/ 0 h 6735189"/>
              <a:gd name="connsiteX0-519" fmla="*/ 6858003 w 6858003"/>
              <a:gd name="connsiteY0-520" fmla="*/ 0 h 6735189"/>
              <a:gd name="connsiteX1-521" fmla="*/ 6858000 w 6858003"/>
              <a:gd name="connsiteY1-522" fmla="*/ 1951051 h 6735189"/>
              <a:gd name="connsiteX2-523" fmla="*/ 6858000 w 6858003"/>
              <a:gd name="connsiteY2-524" fmla="*/ 2095473 h 6735189"/>
              <a:gd name="connsiteX3-525" fmla="*/ 6858000 w 6858003"/>
              <a:gd name="connsiteY3-526" fmla="*/ 2554539 h 6735189"/>
              <a:gd name="connsiteX4-527" fmla="*/ 6858000 w 6858003"/>
              <a:gd name="connsiteY4-528" fmla="*/ 4229818 h 6735189"/>
              <a:gd name="connsiteX5-529" fmla="*/ 6858000 w 6858003"/>
              <a:gd name="connsiteY5-530" fmla="*/ 4374240 h 6735189"/>
              <a:gd name="connsiteX6-531" fmla="*/ 6858000 w 6858003"/>
              <a:gd name="connsiteY6-532" fmla="*/ 4456422 h 6735189"/>
              <a:gd name="connsiteX7-533" fmla="*/ 6858000 w 6858003"/>
              <a:gd name="connsiteY7-534" fmla="*/ 6735189 h 6735189"/>
              <a:gd name="connsiteX8-535" fmla="*/ 0 w 6858003"/>
              <a:gd name="connsiteY8-536" fmla="*/ 6735189 h 6735189"/>
              <a:gd name="connsiteX9-537" fmla="*/ 0 w 6858003"/>
              <a:gd name="connsiteY9-538" fmla="*/ 4456422 h 6735189"/>
              <a:gd name="connsiteX10-539" fmla="*/ 0 w 6858003"/>
              <a:gd name="connsiteY10-540" fmla="*/ 4374240 h 6735189"/>
              <a:gd name="connsiteX11-541" fmla="*/ 0 w 6858003"/>
              <a:gd name="connsiteY11-542" fmla="*/ 4229818 h 6735189"/>
              <a:gd name="connsiteX12-543" fmla="*/ 0 w 6858003"/>
              <a:gd name="connsiteY12-544" fmla="*/ 3571696 h 6735189"/>
              <a:gd name="connsiteX13-545" fmla="*/ 0 w 6858003"/>
              <a:gd name="connsiteY13-546" fmla="*/ 2095473 h 6735189"/>
              <a:gd name="connsiteX14-547" fmla="*/ 0 w 6858003"/>
              <a:gd name="connsiteY14-548" fmla="*/ 1951051 h 6735189"/>
              <a:gd name="connsiteX15-549" fmla="*/ 0 w 6858003"/>
              <a:gd name="connsiteY15-550" fmla="*/ 1292929 h 6735189"/>
              <a:gd name="connsiteX16-551" fmla="*/ 6858003 w 6858003"/>
              <a:gd name="connsiteY16-552" fmla="*/ 0 h 6735189"/>
              <a:gd name="connsiteX0-553" fmla="*/ 6858003 w 6858003"/>
              <a:gd name="connsiteY0-554" fmla="*/ 0 h 6735189"/>
              <a:gd name="connsiteX1-555" fmla="*/ 6858000 w 6858003"/>
              <a:gd name="connsiteY1-556" fmla="*/ 1951051 h 6735189"/>
              <a:gd name="connsiteX2-557" fmla="*/ 6858000 w 6858003"/>
              <a:gd name="connsiteY2-558" fmla="*/ 2095473 h 6735189"/>
              <a:gd name="connsiteX3-559" fmla="*/ 6858000 w 6858003"/>
              <a:gd name="connsiteY3-560" fmla="*/ 2554539 h 6735189"/>
              <a:gd name="connsiteX4-561" fmla="*/ 6858000 w 6858003"/>
              <a:gd name="connsiteY4-562" fmla="*/ 4229818 h 6735189"/>
              <a:gd name="connsiteX5-563" fmla="*/ 6858000 w 6858003"/>
              <a:gd name="connsiteY5-564" fmla="*/ 4374240 h 6735189"/>
              <a:gd name="connsiteX6-565" fmla="*/ 6858000 w 6858003"/>
              <a:gd name="connsiteY6-566" fmla="*/ 4456422 h 6735189"/>
              <a:gd name="connsiteX7-567" fmla="*/ 6858000 w 6858003"/>
              <a:gd name="connsiteY7-568" fmla="*/ 6735189 h 6735189"/>
              <a:gd name="connsiteX8-569" fmla="*/ 0 w 6858003"/>
              <a:gd name="connsiteY8-570" fmla="*/ 6735189 h 6735189"/>
              <a:gd name="connsiteX9-571" fmla="*/ 0 w 6858003"/>
              <a:gd name="connsiteY9-572" fmla="*/ 4456422 h 6735189"/>
              <a:gd name="connsiteX10-573" fmla="*/ 0 w 6858003"/>
              <a:gd name="connsiteY10-574" fmla="*/ 4374240 h 6735189"/>
              <a:gd name="connsiteX11-575" fmla="*/ 0 w 6858003"/>
              <a:gd name="connsiteY11-576" fmla="*/ 4229818 h 6735189"/>
              <a:gd name="connsiteX12-577" fmla="*/ 0 w 6858003"/>
              <a:gd name="connsiteY12-578" fmla="*/ 3571696 h 6735189"/>
              <a:gd name="connsiteX13-579" fmla="*/ 0 w 6858003"/>
              <a:gd name="connsiteY13-580" fmla="*/ 2095473 h 6735189"/>
              <a:gd name="connsiteX14-581" fmla="*/ 0 w 6858003"/>
              <a:gd name="connsiteY14-582" fmla="*/ 1951051 h 6735189"/>
              <a:gd name="connsiteX15-583" fmla="*/ 0 w 6858003"/>
              <a:gd name="connsiteY15-584" fmla="*/ 1292929 h 6735189"/>
              <a:gd name="connsiteX16-585" fmla="*/ 6858003 w 6858003"/>
              <a:gd name="connsiteY16-586" fmla="*/ 0 h 6735189"/>
              <a:gd name="connsiteX0-587" fmla="*/ 6858003 w 6858003"/>
              <a:gd name="connsiteY0-588" fmla="*/ 0 h 7431875"/>
              <a:gd name="connsiteX1-589" fmla="*/ 6858000 w 6858003"/>
              <a:gd name="connsiteY1-590" fmla="*/ 2647737 h 7431875"/>
              <a:gd name="connsiteX2-591" fmla="*/ 6858000 w 6858003"/>
              <a:gd name="connsiteY2-592" fmla="*/ 2792159 h 7431875"/>
              <a:gd name="connsiteX3-593" fmla="*/ 6858000 w 6858003"/>
              <a:gd name="connsiteY3-594" fmla="*/ 3251225 h 7431875"/>
              <a:gd name="connsiteX4-595" fmla="*/ 6858000 w 6858003"/>
              <a:gd name="connsiteY4-596" fmla="*/ 4926504 h 7431875"/>
              <a:gd name="connsiteX5-597" fmla="*/ 6858000 w 6858003"/>
              <a:gd name="connsiteY5-598" fmla="*/ 5070926 h 7431875"/>
              <a:gd name="connsiteX6-599" fmla="*/ 6858000 w 6858003"/>
              <a:gd name="connsiteY6-600" fmla="*/ 5153108 h 7431875"/>
              <a:gd name="connsiteX7-601" fmla="*/ 6858000 w 6858003"/>
              <a:gd name="connsiteY7-602" fmla="*/ 7431875 h 7431875"/>
              <a:gd name="connsiteX8-603" fmla="*/ 0 w 6858003"/>
              <a:gd name="connsiteY8-604" fmla="*/ 7431875 h 7431875"/>
              <a:gd name="connsiteX9-605" fmla="*/ 0 w 6858003"/>
              <a:gd name="connsiteY9-606" fmla="*/ 5153108 h 7431875"/>
              <a:gd name="connsiteX10-607" fmla="*/ 0 w 6858003"/>
              <a:gd name="connsiteY10-608" fmla="*/ 5070926 h 7431875"/>
              <a:gd name="connsiteX11-609" fmla="*/ 0 w 6858003"/>
              <a:gd name="connsiteY11-610" fmla="*/ 4926504 h 7431875"/>
              <a:gd name="connsiteX12-611" fmla="*/ 0 w 6858003"/>
              <a:gd name="connsiteY12-612" fmla="*/ 4268382 h 7431875"/>
              <a:gd name="connsiteX13-613" fmla="*/ 0 w 6858003"/>
              <a:gd name="connsiteY13-614" fmla="*/ 2792159 h 7431875"/>
              <a:gd name="connsiteX14-615" fmla="*/ 0 w 6858003"/>
              <a:gd name="connsiteY14-616" fmla="*/ 2647737 h 7431875"/>
              <a:gd name="connsiteX15-617" fmla="*/ 0 w 6858003"/>
              <a:gd name="connsiteY15-618" fmla="*/ 1989615 h 7431875"/>
              <a:gd name="connsiteX16-619" fmla="*/ 6858003 w 6858003"/>
              <a:gd name="connsiteY16-620" fmla="*/ 0 h 7431875"/>
              <a:gd name="connsiteX0-621" fmla="*/ 6872517 w 6872517"/>
              <a:gd name="connsiteY0-622" fmla="*/ 0 h 7431875"/>
              <a:gd name="connsiteX1-623" fmla="*/ 6872514 w 6872517"/>
              <a:gd name="connsiteY1-624" fmla="*/ 2647737 h 7431875"/>
              <a:gd name="connsiteX2-625" fmla="*/ 6872514 w 6872517"/>
              <a:gd name="connsiteY2-626" fmla="*/ 2792159 h 7431875"/>
              <a:gd name="connsiteX3-627" fmla="*/ 6872514 w 6872517"/>
              <a:gd name="connsiteY3-628" fmla="*/ 3251225 h 7431875"/>
              <a:gd name="connsiteX4-629" fmla="*/ 6872514 w 6872517"/>
              <a:gd name="connsiteY4-630" fmla="*/ 4926504 h 7431875"/>
              <a:gd name="connsiteX5-631" fmla="*/ 6872514 w 6872517"/>
              <a:gd name="connsiteY5-632" fmla="*/ 5070926 h 7431875"/>
              <a:gd name="connsiteX6-633" fmla="*/ 6872514 w 6872517"/>
              <a:gd name="connsiteY6-634" fmla="*/ 5153108 h 7431875"/>
              <a:gd name="connsiteX7-635" fmla="*/ 6872514 w 6872517"/>
              <a:gd name="connsiteY7-636" fmla="*/ 7431875 h 7431875"/>
              <a:gd name="connsiteX8-637" fmla="*/ 14514 w 6872517"/>
              <a:gd name="connsiteY8-638" fmla="*/ 7431875 h 7431875"/>
              <a:gd name="connsiteX9-639" fmla="*/ 14514 w 6872517"/>
              <a:gd name="connsiteY9-640" fmla="*/ 5153108 h 7431875"/>
              <a:gd name="connsiteX10-641" fmla="*/ 14514 w 6872517"/>
              <a:gd name="connsiteY10-642" fmla="*/ 5070926 h 7431875"/>
              <a:gd name="connsiteX11-643" fmla="*/ 14514 w 6872517"/>
              <a:gd name="connsiteY11-644" fmla="*/ 4926504 h 7431875"/>
              <a:gd name="connsiteX12-645" fmla="*/ 14514 w 6872517"/>
              <a:gd name="connsiteY12-646" fmla="*/ 4268382 h 7431875"/>
              <a:gd name="connsiteX13-647" fmla="*/ 14514 w 6872517"/>
              <a:gd name="connsiteY13-648" fmla="*/ 2792159 h 7431875"/>
              <a:gd name="connsiteX14-649" fmla="*/ 14514 w 6872517"/>
              <a:gd name="connsiteY14-650" fmla="*/ 2647737 h 7431875"/>
              <a:gd name="connsiteX15-651" fmla="*/ 0 w 6872517"/>
              <a:gd name="connsiteY15-652" fmla="*/ 480129 h 7431875"/>
              <a:gd name="connsiteX16-653" fmla="*/ 6872517 w 6872517"/>
              <a:gd name="connsiteY16-654" fmla="*/ 0 h 7431875"/>
              <a:gd name="connsiteX0-655" fmla="*/ 6858003 w 6858003"/>
              <a:gd name="connsiteY0-656" fmla="*/ 0 h 7431875"/>
              <a:gd name="connsiteX1-657" fmla="*/ 6858000 w 6858003"/>
              <a:gd name="connsiteY1-658" fmla="*/ 2647737 h 7431875"/>
              <a:gd name="connsiteX2-659" fmla="*/ 6858000 w 6858003"/>
              <a:gd name="connsiteY2-660" fmla="*/ 2792159 h 7431875"/>
              <a:gd name="connsiteX3-661" fmla="*/ 6858000 w 6858003"/>
              <a:gd name="connsiteY3-662" fmla="*/ 3251225 h 7431875"/>
              <a:gd name="connsiteX4-663" fmla="*/ 6858000 w 6858003"/>
              <a:gd name="connsiteY4-664" fmla="*/ 4926504 h 7431875"/>
              <a:gd name="connsiteX5-665" fmla="*/ 6858000 w 6858003"/>
              <a:gd name="connsiteY5-666" fmla="*/ 5070926 h 7431875"/>
              <a:gd name="connsiteX6-667" fmla="*/ 6858000 w 6858003"/>
              <a:gd name="connsiteY6-668" fmla="*/ 5153108 h 7431875"/>
              <a:gd name="connsiteX7-669" fmla="*/ 6858000 w 6858003"/>
              <a:gd name="connsiteY7-670" fmla="*/ 7431875 h 7431875"/>
              <a:gd name="connsiteX8-671" fmla="*/ 0 w 6858003"/>
              <a:gd name="connsiteY8-672" fmla="*/ 7431875 h 7431875"/>
              <a:gd name="connsiteX9-673" fmla="*/ 0 w 6858003"/>
              <a:gd name="connsiteY9-674" fmla="*/ 5153108 h 7431875"/>
              <a:gd name="connsiteX10-675" fmla="*/ 0 w 6858003"/>
              <a:gd name="connsiteY10-676" fmla="*/ 5070926 h 7431875"/>
              <a:gd name="connsiteX11-677" fmla="*/ 0 w 6858003"/>
              <a:gd name="connsiteY11-678" fmla="*/ 4926504 h 7431875"/>
              <a:gd name="connsiteX12-679" fmla="*/ 0 w 6858003"/>
              <a:gd name="connsiteY12-680" fmla="*/ 4268382 h 7431875"/>
              <a:gd name="connsiteX13-681" fmla="*/ 0 w 6858003"/>
              <a:gd name="connsiteY13-682" fmla="*/ 2792159 h 7431875"/>
              <a:gd name="connsiteX14-683" fmla="*/ 0 w 6858003"/>
              <a:gd name="connsiteY14-684" fmla="*/ 2647737 h 7431875"/>
              <a:gd name="connsiteX15-685" fmla="*/ 0 w 6858003"/>
              <a:gd name="connsiteY15-686" fmla="*/ 552701 h 7431875"/>
              <a:gd name="connsiteX16-687" fmla="*/ 6858003 w 6858003"/>
              <a:gd name="connsiteY16-688" fmla="*/ 0 h 7431875"/>
              <a:gd name="connsiteX0-689" fmla="*/ 6858003 w 6858003"/>
              <a:gd name="connsiteY0-690" fmla="*/ 0 h 7431875"/>
              <a:gd name="connsiteX1-691" fmla="*/ 6858000 w 6858003"/>
              <a:gd name="connsiteY1-692" fmla="*/ 2647737 h 7431875"/>
              <a:gd name="connsiteX2-693" fmla="*/ 6858000 w 6858003"/>
              <a:gd name="connsiteY2-694" fmla="*/ 2792159 h 7431875"/>
              <a:gd name="connsiteX3-695" fmla="*/ 6858000 w 6858003"/>
              <a:gd name="connsiteY3-696" fmla="*/ 3251225 h 7431875"/>
              <a:gd name="connsiteX4-697" fmla="*/ 6858000 w 6858003"/>
              <a:gd name="connsiteY4-698" fmla="*/ 4926504 h 7431875"/>
              <a:gd name="connsiteX5-699" fmla="*/ 6858000 w 6858003"/>
              <a:gd name="connsiteY5-700" fmla="*/ 5070926 h 7431875"/>
              <a:gd name="connsiteX6-701" fmla="*/ 6858000 w 6858003"/>
              <a:gd name="connsiteY6-702" fmla="*/ 5153108 h 7431875"/>
              <a:gd name="connsiteX7-703" fmla="*/ 6858000 w 6858003"/>
              <a:gd name="connsiteY7-704" fmla="*/ 7431875 h 7431875"/>
              <a:gd name="connsiteX8-705" fmla="*/ 0 w 6858003"/>
              <a:gd name="connsiteY8-706" fmla="*/ 7431875 h 7431875"/>
              <a:gd name="connsiteX9-707" fmla="*/ 0 w 6858003"/>
              <a:gd name="connsiteY9-708" fmla="*/ 5153108 h 7431875"/>
              <a:gd name="connsiteX10-709" fmla="*/ 0 w 6858003"/>
              <a:gd name="connsiteY10-710" fmla="*/ 5070926 h 7431875"/>
              <a:gd name="connsiteX11-711" fmla="*/ 0 w 6858003"/>
              <a:gd name="connsiteY11-712" fmla="*/ 4926504 h 7431875"/>
              <a:gd name="connsiteX12-713" fmla="*/ 0 w 6858003"/>
              <a:gd name="connsiteY12-714" fmla="*/ 4268382 h 7431875"/>
              <a:gd name="connsiteX13-715" fmla="*/ 0 w 6858003"/>
              <a:gd name="connsiteY13-716" fmla="*/ 2792159 h 7431875"/>
              <a:gd name="connsiteX14-717" fmla="*/ 0 w 6858003"/>
              <a:gd name="connsiteY14-718" fmla="*/ 552701 h 7431875"/>
              <a:gd name="connsiteX15-719" fmla="*/ 6858003 w 6858003"/>
              <a:gd name="connsiteY15-720" fmla="*/ 0 h 7431875"/>
              <a:gd name="connsiteX0-721" fmla="*/ 6858003 w 6858003"/>
              <a:gd name="connsiteY0-722" fmla="*/ 0 h 7431875"/>
              <a:gd name="connsiteX1-723" fmla="*/ 6858000 w 6858003"/>
              <a:gd name="connsiteY1-724" fmla="*/ 2647737 h 7431875"/>
              <a:gd name="connsiteX2-725" fmla="*/ 6858000 w 6858003"/>
              <a:gd name="connsiteY2-726" fmla="*/ 2792159 h 7431875"/>
              <a:gd name="connsiteX3-727" fmla="*/ 6858000 w 6858003"/>
              <a:gd name="connsiteY3-728" fmla="*/ 3251225 h 7431875"/>
              <a:gd name="connsiteX4-729" fmla="*/ 6858000 w 6858003"/>
              <a:gd name="connsiteY4-730" fmla="*/ 4926504 h 7431875"/>
              <a:gd name="connsiteX5-731" fmla="*/ 6858000 w 6858003"/>
              <a:gd name="connsiteY5-732" fmla="*/ 5070926 h 7431875"/>
              <a:gd name="connsiteX6-733" fmla="*/ 6858000 w 6858003"/>
              <a:gd name="connsiteY6-734" fmla="*/ 5153108 h 7431875"/>
              <a:gd name="connsiteX7-735" fmla="*/ 6858000 w 6858003"/>
              <a:gd name="connsiteY7-736" fmla="*/ 7431875 h 7431875"/>
              <a:gd name="connsiteX8-737" fmla="*/ 0 w 6858003"/>
              <a:gd name="connsiteY8-738" fmla="*/ 7431875 h 7431875"/>
              <a:gd name="connsiteX9-739" fmla="*/ 0 w 6858003"/>
              <a:gd name="connsiteY9-740" fmla="*/ 5153108 h 7431875"/>
              <a:gd name="connsiteX10-741" fmla="*/ 0 w 6858003"/>
              <a:gd name="connsiteY10-742" fmla="*/ 5070926 h 7431875"/>
              <a:gd name="connsiteX11-743" fmla="*/ 0 w 6858003"/>
              <a:gd name="connsiteY11-744" fmla="*/ 4926504 h 7431875"/>
              <a:gd name="connsiteX12-745" fmla="*/ 0 w 6858003"/>
              <a:gd name="connsiteY12-746" fmla="*/ 4268382 h 7431875"/>
              <a:gd name="connsiteX13-747" fmla="*/ 0 w 6858003"/>
              <a:gd name="connsiteY13-748" fmla="*/ 552701 h 7431875"/>
              <a:gd name="connsiteX14-749" fmla="*/ 6858003 w 6858003"/>
              <a:gd name="connsiteY14-750" fmla="*/ 0 h 7431875"/>
              <a:gd name="connsiteX0-751" fmla="*/ 6858003 w 6858003"/>
              <a:gd name="connsiteY0-752" fmla="*/ 0 h 7431875"/>
              <a:gd name="connsiteX1-753" fmla="*/ 6858000 w 6858003"/>
              <a:gd name="connsiteY1-754" fmla="*/ 2647737 h 7431875"/>
              <a:gd name="connsiteX2-755" fmla="*/ 6858000 w 6858003"/>
              <a:gd name="connsiteY2-756" fmla="*/ 2792159 h 7431875"/>
              <a:gd name="connsiteX3-757" fmla="*/ 6858000 w 6858003"/>
              <a:gd name="connsiteY3-758" fmla="*/ 3251225 h 7431875"/>
              <a:gd name="connsiteX4-759" fmla="*/ 6858000 w 6858003"/>
              <a:gd name="connsiteY4-760" fmla="*/ 4926504 h 7431875"/>
              <a:gd name="connsiteX5-761" fmla="*/ 6858000 w 6858003"/>
              <a:gd name="connsiteY5-762" fmla="*/ 5070926 h 7431875"/>
              <a:gd name="connsiteX6-763" fmla="*/ 6858000 w 6858003"/>
              <a:gd name="connsiteY6-764" fmla="*/ 5153108 h 7431875"/>
              <a:gd name="connsiteX7-765" fmla="*/ 6858000 w 6858003"/>
              <a:gd name="connsiteY7-766" fmla="*/ 7431875 h 7431875"/>
              <a:gd name="connsiteX8-767" fmla="*/ 0 w 6858003"/>
              <a:gd name="connsiteY8-768" fmla="*/ 7431875 h 7431875"/>
              <a:gd name="connsiteX9-769" fmla="*/ 0 w 6858003"/>
              <a:gd name="connsiteY9-770" fmla="*/ 5153108 h 7431875"/>
              <a:gd name="connsiteX10-771" fmla="*/ 0 w 6858003"/>
              <a:gd name="connsiteY10-772" fmla="*/ 5070926 h 7431875"/>
              <a:gd name="connsiteX11-773" fmla="*/ 0 w 6858003"/>
              <a:gd name="connsiteY11-774" fmla="*/ 4926504 h 7431875"/>
              <a:gd name="connsiteX12-775" fmla="*/ 0 w 6858003"/>
              <a:gd name="connsiteY12-776" fmla="*/ 552701 h 7431875"/>
              <a:gd name="connsiteX13-777" fmla="*/ 6858003 w 6858003"/>
              <a:gd name="connsiteY13-778" fmla="*/ 0 h 7431875"/>
              <a:gd name="connsiteX0-779" fmla="*/ 6858003 w 6858003"/>
              <a:gd name="connsiteY0-780" fmla="*/ 0 h 7431875"/>
              <a:gd name="connsiteX1-781" fmla="*/ 6858000 w 6858003"/>
              <a:gd name="connsiteY1-782" fmla="*/ 2647737 h 7431875"/>
              <a:gd name="connsiteX2-783" fmla="*/ 6858000 w 6858003"/>
              <a:gd name="connsiteY2-784" fmla="*/ 2792159 h 7431875"/>
              <a:gd name="connsiteX3-785" fmla="*/ 6858000 w 6858003"/>
              <a:gd name="connsiteY3-786" fmla="*/ 3251225 h 7431875"/>
              <a:gd name="connsiteX4-787" fmla="*/ 6858000 w 6858003"/>
              <a:gd name="connsiteY4-788" fmla="*/ 4926504 h 7431875"/>
              <a:gd name="connsiteX5-789" fmla="*/ 6858000 w 6858003"/>
              <a:gd name="connsiteY5-790" fmla="*/ 5070926 h 7431875"/>
              <a:gd name="connsiteX6-791" fmla="*/ 6858000 w 6858003"/>
              <a:gd name="connsiteY6-792" fmla="*/ 5153108 h 7431875"/>
              <a:gd name="connsiteX7-793" fmla="*/ 6858000 w 6858003"/>
              <a:gd name="connsiteY7-794" fmla="*/ 7431875 h 7431875"/>
              <a:gd name="connsiteX8-795" fmla="*/ 0 w 6858003"/>
              <a:gd name="connsiteY8-796" fmla="*/ 7431875 h 7431875"/>
              <a:gd name="connsiteX9-797" fmla="*/ 0 w 6858003"/>
              <a:gd name="connsiteY9-798" fmla="*/ 5153108 h 7431875"/>
              <a:gd name="connsiteX10-799" fmla="*/ 0 w 6858003"/>
              <a:gd name="connsiteY10-800" fmla="*/ 5070926 h 7431875"/>
              <a:gd name="connsiteX11-801" fmla="*/ 0 w 6858003"/>
              <a:gd name="connsiteY11-802" fmla="*/ 552701 h 7431875"/>
              <a:gd name="connsiteX12-803" fmla="*/ 6858003 w 6858003"/>
              <a:gd name="connsiteY12-804" fmla="*/ 0 h 7431875"/>
              <a:gd name="connsiteX0-805" fmla="*/ 6858003 w 6858003"/>
              <a:gd name="connsiteY0-806" fmla="*/ 0 h 7431875"/>
              <a:gd name="connsiteX1-807" fmla="*/ 6858000 w 6858003"/>
              <a:gd name="connsiteY1-808" fmla="*/ 2647737 h 7431875"/>
              <a:gd name="connsiteX2-809" fmla="*/ 6858000 w 6858003"/>
              <a:gd name="connsiteY2-810" fmla="*/ 2792159 h 7431875"/>
              <a:gd name="connsiteX3-811" fmla="*/ 6858000 w 6858003"/>
              <a:gd name="connsiteY3-812" fmla="*/ 3251225 h 7431875"/>
              <a:gd name="connsiteX4-813" fmla="*/ 6858000 w 6858003"/>
              <a:gd name="connsiteY4-814" fmla="*/ 4926504 h 7431875"/>
              <a:gd name="connsiteX5-815" fmla="*/ 6858000 w 6858003"/>
              <a:gd name="connsiteY5-816" fmla="*/ 5070926 h 7431875"/>
              <a:gd name="connsiteX6-817" fmla="*/ 6858000 w 6858003"/>
              <a:gd name="connsiteY6-818" fmla="*/ 5153108 h 7431875"/>
              <a:gd name="connsiteX7-819" fmla="*/ 6858000 w 6858003"/>
              <a:gd name="connsiteY7-820" fmla="*/ 7431875 h 7431875"/>
              <a:gd name="connsiteX8-821" fmla="*/ 0 w 6858003"/>
              <a:gd name="connsiteY8-822" fmla="*/ 7431875 h 7431875"/>
              <a:gd name="connsiteX9-823" fmla="*/ 0 w 6858003"/>
              <a:gd name="connsiteY9-824" fmla="*/ 5153108 h 7431875"/>
              <a:gd name="connsiteX10-825" fmla="*/ 0 w 6858003"/>
              <a:gd name="connsiteY10-826" fmla="*/ 552701 h 7431875"/>
              <a:gd name="connsiteX11-827" fmla="*/ 6858003 w 6858003"/>
              <a:gd name="connsiteY11-828" fmla="*/ 0 h 7431875"/>
              <a:gd name="connsiteX0-829" fmla="*/ 6858003 w 6858003"/>
              <a:gd name="connsiteY0-830" fmla="*/ 0 h 7431875"/>
              <a:gd name="connsiteX1-831" fmla="*/ 6858000 w 6858003"/>
              <a:gd name="connsiteY1-832" fmla="*/ 2647737 h 7431875"/>
              <a:gd name="connsiteX2-833" fmla="*/ 6858000 w 6858003"/>
              <a:gd name="connsiteY2-834" fmla="*/ 2792159 h 7431875"/>
              <a:gd name="connsiteX3-835" fmla="*/ 6858000 w 6858003"/>
              <a:gd name="connsiteY3-836" fmla="*/ 3251225 h 7431875"/>
              <a:gd name="connsiteX4-837" fmla="*/ 6858000 w 6858003"/>
              <a:gd name="connsiteY4-838" fmla="*/ 4926504 h 7431875"/>
              <a:gd name="connsiteX5-839" fmla="*/ 6858000 w 6858003"/>
              <a:gd name="connsiteY5-840" fmla="*/ 5070926 h 7431875"/>
              <a:gd name="connsiteX6-841" fmla="*/ 6858000 w 6858003"/>
              <a:gd name="connsiteY6-842" fmla="*/ 5153108 h 7431875"/>
              <a:gd name="connsiteX7-843" fmla="*/ 6858000 w 6858003"/>
              <a:gd name="connsiteY7-844" fmla="*/ 7431875 h 7431875"/>
              <a:gd name="connsiteX8-845" fmla="*/ 0 w 6858003"/>
              <a:gd name="connsiteY8-846" fmla="*/ 7431875 h 7431875"/>
              <a:gd name="connsiteX9-847" fmla="*/ 0 w 6858003"/>
              <a:gd name="connsiteY9-848" fmla="*/ 552701 h 7431875"/>
              <a:gd name="connsiteX10-849" fmla="*/ 6858003 w 6858003"/>
              <a:gd name="connsiteY10-850" fmla="*/ 0 h 7431875"/>
              <a:gd name="connsiteX0-851" fmla="*/ 6858003 w 6858003"/>
              <a:gd name="connsiteY0-852" fmla="*/ 0 h 7431875"/>
              <a:gd name="connsiteX1-853" fmla="*/ 6858000 w 6858003"/>
              <a:gd name="connsiteY1-854" fmla="*/ 2647737 h 7431875"/>
              <a:gd name="connsiteX2-855" fmla="*/ 6858000 w 6858003"/>
              <a:gd name="connsiteY2-856" fmla="*/ 2792159 h 7431875"/>
              <a:gd name="connsiteX3-857" fmla="*/ 6858000 w 6858003"/>
              <a:gd name="connsiteY3-858" fmla="*/ 3251225 h 7431875"/>
              <a:gd name="connsiteX4-859" fmla="*/ 6858000 w 6858003"/>
              <a:gd name="connsiteY4-860" fmla="*/ 4926504 h 7431875"/>
              <a:gd name="connsiteX5-861" fmla="*/ 6858000 w 6858003"/>
              <a:gd name="connsiteY5-862" fmla="*/ 5070926 h 7431875"/>
              <a:gd name="connsiteX6-863" fmla="*/ 6858000 w 6858003"/>
              <a:gd name="connsiteY6-864" fmla="*/ 7431875 h 7431875"/>
              <a:gd name="connsiteX7-865" fmla="*/ 0 w 6858003"/>
              <a:gd name="connsiteY7-866" fmla="*/ 7431875 h 7431875"/>
              <a:gd name="connsiteX8-867" fmla="*/ 0 w 6858003"/>
              <a:gd name="connsiteY8-868" fmla="*/ 552701 h 7431875"/>
              <a:gd name="connsiteX9-869" fmla="*/ 6858003 w 6858003"/>
              <a:gd name="connsiteY9-870" fmla="*/ 0 h 7431875"/>
              <a:gd name="connsiteX0-871" fmla="*/ 6858003 w 6858003"/>
              <a:gd name="connsiteY0-872" fmla="*/ 0 h 7431875"/>
              <a:gd name="connsiteX1-873" fmla="*/ 6858000 w 6858003"/>
              <a:gd name="connsiteY1-874" fmla="*/ 2647737 h 7431875"/>
              <a:gd name="connsiteX2-875" fmla="*/ 6858000 w 6858003"/>
              <a:gd name="connsiteY2-876" fmla="*/ 2792159 h 7431875"/>
              <a:gd name="connsiteX3-877" fmla="*/ 6858000 w 6858003"/>
              <a:gd name="connsiteY3-878" fmla="*/ 3251225 h 7431875"/>
              <a:gd name="connsiteX4-879" fmla="*/ 6858000 w 6858003"/>
              <a:gd name="connsiteY4-880" fmla="*/ 4926504 h 7431875"/>
              <a:gd name="connsiteX5-881" fmla="*/ 6858000 w 6858003"/>
              <a:gd name="connsiteY5-882" fmla="*/ 7431875 h 7431875"/>
              <a:gd name="connsiteX6-883" fmla="*/ 0 w 6858003"/>
              <a:gd name="connsiteY6-884" fmla="*/ 7431875 h 7431875"/>
              <a:gd name="connsiteX7-885" fmla="*/ 0 w 6858003"/>
              <a:gd name="connsiteY7-886" fmla="*/ 552701 h 7431875"/>
              <a:gd name="connsiteX8-887" fmla="*/ 6858003 w 6858003"/>
              <a:gd name="connsiteY8-888" fmla="*/ 0 h 7431875"/>
              <a:gd name="connsiteX0-889" fmla="*/ 6858003 w 6858003"/>
              <a:gd name="connsiteY0-890" fmla="*/ 0 h 7431875"/>
              <a:gd name="connsiteX1-891" fmla="*/ 6858000 w 6858003"/>
              <a:gd name="connsiteY1-892" fmla="*/ 2647737 h 7431875"/>
              <a:gd name="connsiteX2-893" fmla="*/ 6858000 w 6858003"/>
              <a:gd name="connsiteY2-894" fmla="*/ 2792159 h 7431875"/>
              <a:gd name="connsiteX3-895" fmla="*/ 6858000 w 6858003"/>
              <a:gd name="connsiteY3-896" fmla="*/ 3251225 h 7431875"/>
              <a:gd name="connsiteX4-897" fmla="*/ 6858000 w 6858003"/>
              <a:gd name="connsiteY4-898" fmla="*/ 7431875 h 7431875"/>
              <a:gd name="connsiteX5-899" fmla="*/ 0 w 6858003"/>
              <a:gd name="connsiteY5-900" fmla="*/ 7431875 h 7431875"/>
              <a:gd name="connsiteX6-901" fmla="*/ 0 w 6858003"/>
              <a:gd name="connsiteY6-902" fmla="*/ 552701 h 7431875"/>
              <a:gd name="connsiteX7-903" fmla="*/ 6858003 w 6858003"/>
              <a:gd name="connsiteY7-904" fmla="*/ 0 h 7431875"/>
              <a:gd name="connsiteX0-905" fmla="*/ 6858003 w 6858003"/>
              <a:gd name="connsiteY0-906" fmla="*/ 0 h 7431875"/>
              <a:gd name="connsiteX1-907" fmla="*/ 6858000 w 6858003"/>
              <a:gd name="connsiteY1-908" fmla="*/ 2647737 h 7431875"/>
              <a:gd name="connsiteX2-909" fmla="*/ 6858000 w 6858003"/>
              <a:gd name="connsiteY2-910" fmla="*/ 2792159 h 7431875"/>
              <a:gd name="connsiteX3-911" fmla="*/ 6858000 w 6858003"/>
              <a:gd name="connsiteY3-912" fmla="*/ 7431875 h 7431875"/>
              <a:gd name="connsiteX4-913" fmla="*/ 0 w 6858003"/>
              <a:gd name="connsiteY4-914" fmla="*/ 7431875 h 7431875"/>
              <a:gd name="connsiteX5-915" fmla="*/ 0 w 6858003"/>
              <a:gd name="connsiteY5-916" fmla="*/ 552701 h 7431875"/>
              <a:gd name="connsiteX6-917" fmla="*/ 6858003 w 6858003"/>
              <a:gd name="connsiteY6-918" fmla="*/ 0 h 7431875"/>
              <a:gd name="connsiteX0-919" fmla="*/ 6858003 w 6858003"/>
              <a:gd name="connsiteY0-920" fmla="*/ 0 h 7431875"/>
              <a:gd name="connsiteX1-921" fmla="*/ 6858000 w 6858003"/>
              <a:gd name="connsiteY1-922" fmla="*/ 2647737 h 7431875"/>
              <a:gd name="connsiteX2-923" fmla="*/ 6858000 w 6858003"/>
              <a:gd name="connsiteY2-924" fmla="*/ 7431875 h 7431875"/>
              <a:gd name="connsiteX3-925" fmla="*/ 0 w 6858003"/>
              <a:gd name="connsiteY3-926" fmla="*/ 7431875 h 7431875"/>
              <a:gd name="connsiteX4-927" fmla="*/ 0 w 6858003"/>
              <a:gd name="connsiteY4-928" fmla="*/ 552701 h 7431875"/>
              <a:gd name="connsiteX5-929" fmla="*/ 6858003 w 6858003"/>
              <a:gd name="connsiteY5-930" fmla="*/ 0 h 7431875"/>
              <a:gd name="connsiteX0-931" fmla="*/ 6872517 w 6872517"/>
              <a:gd name="connsiteY0-932" fmla="*/ 42385 h 6879174"/>
              <a:gd name="connsiteX1-933" fmla="*/ 6858000 w 6872517"/>
              <a:gd name="connsiteY1-934" fmla="*/ 2095036 h 6879174"/>
              <a:gd name="connsiteX2-935" fmla="*/ 6858000 w 6872517"/>
              <a:gd name="connsiteY2-936" fmla="*/ 6879174 h 6879174"/>
              <a:gd name="connsiteX3-937" fmla="*/ 0 w 6872517"/>
              <a:gd name="connsiteY3-938" fmla="*/ 6879174 h 6879174"/>
              <a:gd name="connsiteX4-939" fmla="*/ 0 w 6872517"/>
              <a:gd name="connsiteY4-940" fmla="*/ 0 h 6879174"/>
              <a:gd name="connsiteX5-941" fmla="*/ 6872517 w 6872517"/>
              <a:gd name="connsiteY5-942" fmla="*/ 42385 h 6879174"/>
              <a:gd name="connsiteX0-943" fmla="*/ 6872520 w 6872520"/>
              <a:gd name="connsiteY0-944" fmla="*/ 0 h 6880332"/>
              <a:gd name="connsiteX1-945" fmla="*/ 6858000 w 6872520"/>
              <a:gd name="connsiteY1-946" fmla="*/ 2096194 h 6880332"/>
              <a:gd name="connsiteX2-947" fmla="*/ 6858000 w 6872520"/>
              <a:gd name="connsiteY2-948" fmla="*/ 6880332 h 6880332"/>
              <a:gd name="connsiteX3-949" fmla="*/ 0 w 6872520"/>
              <a:gd name="connsiteY3-950" fmla="*/ 6880332 h 6880332"/>
              <a:gd name="connsiteX4-951" fmla="*/ 0 w 6872520"/>
              <a:gd name="connsiteY4-952" fmla="*/ 1158 h 6880332"/>
              <a:gd name="connsiteX5-953" fmla="*/ 6872520 w 6872520"/>
              <a:gd name="connsiteY5-954" fmla="*/ 0 h 6880332"/>
              <a:gd name="connsiteX0-955" fmla="*/ 6872520 w 6872520"/>
              <a:gd name="connsiteY0-956" fmla="*/ 0 h 6880332"/>
              <a:gd name="connsiteX1-957" fmla="*/ 6858000 w 6872520"/>
              <a:gd name="connsiteY1-958" fmla="*/ 2096194 h 6880332"/>
              <a:gd name="connsiteX2-959" fmla="*/ 6858000 w 6872520"/>
              <a:gd name="connsiteY2-960" fmla="*/ 6880332 h 6880332"/>
              <a:gd name="connsiteX3-961" fmla="*/ 0 w 6872520"/>
              <a:gd name="connsiteY3-962" fmla="*/ 6880332 h 6880332"/>
              <a:gd name="connsiteX4-963" fmla="*/ 0 w 6872520"/>
              <a:gd name="connsiteY4-964" fmla="*/ 1158 h 6880332"/>
              <a:gd name="connsiteX5-965" fmla="*/ 6872520 w 6872520"/>
              <a:gd name="connsiteY5-966" fmla="*/ 0 h 6880332"/>
              <a:gd name="connsiteX0-967" fmla="*/ 6843491 w 6858000"/>
              <a:gd name="connsiteY0-968" fmla="*/ 202042 h 6879174"/>
              <a:gd name="connsiteX1-969" fmla="*/ 6858000 w 6858000"/>
              <a:gd name="connsiteY1-970" fmla="*/ 2095036 h 6879174"/>
              <a:gd name="connsiteX2-971" fmla="*/ 6858000 w 6858000"/>
              <a:gd name="connsiteY2-972" fmla="*/ 6879174 h 6879174"/>
              <a:gd name="connsiteX3-973" fmla="*/ 0 w 6858000"/>
              <a:gd name="connsiteY3-974" fmla="*/ 6879174 h 6879174"/>
              <a:gd name="connsiteX4-975" fmla="*/ 0 w 6858000"/>
              <a:gd name="connsiteY4-976" fmla="*/ 0 h 6879174"/>
              <a:gd name="connsiteX5-977" fmla="*/ 6843491 w 6858000"/>
              <a:gd name="connsiteY5-978" fmla="*/ 202042 h 6879174"/>
              <a:gd name="connsiteX0-979" fmla="*/ 6843491 w 6858000"/>
              <a:gd name="connsiteY0-980" fmla="*/ 202042 h 6879174"/>
              <a:gd name="connsiteX1-981" fmla="*/ 6858000 w 6858000"/>
              <a:gd name="connsiteY1-982" fmla="*/ 2095036 h 6879174"/>
              <a:gd name="connsiteX2-983" fmla="*/ 6858000 w 6858000"/>
              <a:gd name="connsiteY2-984" fmla="*/ 6879174 h 6879174"/>
              <a:gd name="connsiteX3-985" fmla="*/ 0 w 6858000"/>
              <a:gd name="connsiteY3-986" fmla="*/ 6879174 h 6879174"/>
              <a:gd name="connsiteX4-987" fmla="*/ 0 w 6858000"/>
              <a:gd name="connsiteY4-988" fmla="*/ 0 h 6879174"/>
              <a:gd name="connsiteX5-989" fmla="*/ 6843491 w 6858000"/>
              <a:gd name="connsiteY5-990" fmla="*/ 202042 h 6879174"/>
              <a:gd name="connsiteX0-991" fmla="*/ 6843491 w 6858000"/>
              <a:gd name="connsiteY0-992" fmla="*/ 202042 h 6879174"/>
              <a:gd name="connsiteX1-993" fmla="*/ 6858000 w 6858000"/>
              <a:gd name="connsiteY1-994" fmla="*/ 2095036 h 6879174"/>
              <a:gd name="connsiteX2-995" fmla="*/ 6858000 w 6858000"/>
              <a:gd name="connsiteY2-996" fmla="*/ 6879174 h 6879174"/>
              <a:gd name="connsiteX3-997" fmla="*/ 0 w 6858000"/>
              <a:gd name="connsiteY3-998" fmla="*/ 6879174 h 6879174"/>
              <a:gd name="connsiteX4-999" fmla="*/ 0 w 6858000"/>
              <a:gd name="connsiteY4-1000" fmla="*/ 0 h 6879174"/>
              <a:gd name="connsiteX5-1001" fmla="*/ 6843491 w 6858000"/>
              <a:gd name="connsiteY5-1002" fmla="*/ 202042 h 6879174"/>
              <a:gd name="connsiteX0-1003" fmla="*/ 6856191 w 6858000"/>
              <a:gd name="connsiteY0-1004" fmla="*/ 214742 h 6879174"/>
              <a:gd name="connsiteX1-1005" fmla="*/ 6858000 w 6858000"/>
              <a:gd name="connsiteY1-1006" fmla="*/ 2095036 h 6879174"/>
              <a:gd name="connsiteX2-1007" fmla="*/ 6858000 w 6858000"/>
              <a:gd name="connsiteY2-1008" fmla="*/ 6879174 h 6879174"/>
              <a:gd name="connsiteX3-1009" fmla="*/ 0 w 6858000"/>
              <a:gd name="connsiteY3-1010" fmla="*/ 6879174 h 6879174"/>
              <a:gd name="connsiteX4-1011" fmla="*/ 0 w 6858000"/>
              <a:gd name="connsiteY4-1012" fmla="*/ 0 h 6879174"/>
              <a:gd name="connsiteX5-1013" fmla="*/ 6856191 w 6858000"/>
              <a:gd name="connsiteY5-1014" fmla="*/ 214742 h 6879174"/>
              <a:gd name="connsiteX0-1015" fmla="*/ 6856191 w 6858000"/>
              <a:gd name="connsiteY0-1016" fmla="*/ 209979 h 6879174"/>
              <a:gd name="connsiteX1-1017" fmla="*/ 6858000 w 6858000"/>
              <a:gd name="connsiteY1-1018" fmla="*/ 2095036 h 6879174"/>
              <a:gd name="connsiteX2-1019" fmla="*/ 6858000 w 6858000"/>
              <a:gd name="connsiteY2-1020" fmla="*/ 6879174 h 6879174"/>
              <a:gd name="connsiteX3-1021" fmla="*/ 0 w 6858000"/>
              <a:gd name="connsiteY3-1022" fmla="*/ 6879174 h 6879174"/>
              <a:gd name="connsiteX4-1023" fmla="*/ 0 w 6858000"/>
              <a:gd name="connsiteY4-1024" fmla="*/ 0 h 6879174"/>
              <a:gd name="connsiteX5-1025" fmla="*/ 6856191 w 6858000"/>
              <a:gd name="connsiteY5-1026" fmla="*/ 209979 h 6879174"/>
              <a:gd name="connsiteX0-1027" fmla="*/ 6868891 w 6868891"/>
              <a:gd name="connsiteY0-1028" fmla="*/ 197279 h 6879174"/>
              <a:gd name="connsiteX1-1029" fmla="*/ 6858000 w 6868891"/>
              <a:gd name="connsiteY1-1030" fmla="*/ 2095036 h 6879174"/>
              <a:gd name="connsiteX2-1031" fmla="*/ 6858000 w 6868891"/>
              <a:gd name="connsiteY2-1032" fmla="*/ 6879174 h 6879174"/>
              <a:gd name="connsiteX3-1033" fmla="*/ 0 w 6868891"/>
              <a:gd name="connsiteY3-1034" fmla="*/ 6879174 h 6879174"/>
              <a:gd name="connsiteX4-1035" fmla="*/ 0 w 6868891"/>
              <a:gd name="connsiteY4-1036" fmla="*/ 0 h 6879174"/>
              <a:gd name="connsiteX5-1037" fmla="*/ 6868891 w 6868891"/>
              <a:gd name="connsiteY5-1038" fmla="*/ 197279 h 6879174"/>
              <a:gd name="connsiteX0-1039" fmla="*/ 6868891 w 7721392"/>
              <a:gd name="connsiteY0-1040" fmla="*/ 197279 h 6879174"/>
              <a:gd name="connsiteX1-1041" fmla="*/ 6858000 w 7721392"/>
              <a:gd name="connsiteY1-1042" fmla="*/ 6879174 h 6879174"/>
              <a:gd name="connsiteX2-1043" fmla="*/ 0 w 7721392"/>
              <a:gd name="connsiteY2-1044" fmla="*/ 6879174 h 6879174"/>
              <a:gd name="connsiteX3-1045" fmla="*/ 0 w 7721392"/>
              <a:gd name="connsiteY3-1046" fmla="*/ 0 h 6879174"/>
              <a:gd name="connsiteX4-1047" fmla="*/ 6868891 w 7721392"/>
              <a:gd name="connsiteY4-1048" fmla="*/ 197279 h 6879174"/>
              <a:gd name="connsiteX0-1049" fmla="*/ 6868891 w 7373946"/>
              <a:gd name="connsiteY0-1050" fmla="*/ 197279 h 6879174"/>
              <a:gd name="connsiteX1-1051" fmla="*/ 6858000 w 7373946"/>
              <a:gd name="connsiteY1-1052" fmla="*/ 6879174 h 6879174"/>
              <a:gd name="connsiteX2-1053" fmla="*/ 0 w 7373946"/>
              <a:gd name="connsiteY2-1054" fmla="*/ 6879174 h 6879174"/>
              <a:gd name="connsiteX3-1055" fmla="*/ 0 w 7373946"/>
              <a:gd name="connsiteY3-1056" fmla="*/ 0 h 6879174"/>
              <a:gd name="connsiteX4-1057" fmla="*/ 6868891 w 7373946"/>
              <a:gd name="connsiteY4-1058" fmla="*/ 197279 h 6879174"/>
              <a:gd name="connsiteX0-1059" fmla="*/ 6868891 w 8182025"/>
              <a:gd name="connsiteY0-1060" fmla="*/ 197279 h 6879174"/>
              <a:gd name="connsiteX1-1061" fmla="*/ 6858000 w 8182025"/>
              <a:gd name="connsiteY1-1062" fmla="*/ 6879174 h 6879174"/>
              <a:gd name="connsiteX2-1063" fmla="*/ 0 w 8182025"/>
              <a:gd name="connsiteY2-1064" fmla="*/ 6879174 h 6879174"/>
              <a:gd name="connsiteX3-1065" fmla="*/ 0 w 8182025"/>
              <a:gd name="connsiteY3-1066" fmla="*/ 0 h 6879174"/>
              <a:gd name="connsiteX4-1067" fmla="*/ 6868891 w 8182025"/>
              <a:gd name="connsiteY4-1068" fmla="*/ 197279 h 6879174"/>
              <a:gd name="connsiteX0-1069" fmla="*/ 6868891 w 8182025"/>
              <a:gd name="connsiteY0-1070" fmla="*/ 197279 h 6879174"/>
              <a:gd name="connsiteX1-1071" fmla="*/ 6858000 w 8182025"/>
              <a:gd name="connsiteY1-1072" fmla="*/ 6879174 h 6879174"/>
              <a:gd name="connsiteX2-1073" fmla="*/ 0 w 8182025"/>
              <a:gd name="connsiteY2-1074" fmla="*/ 6879174 h 6879174"/>
              <a:gd name="connsiteX3-1075" fmla="*/ 0 w 8182025"/>
              <a:gd name="connsiteY3-1076" fmla="*/ 0 h 6879174"/>
              <a:gd name="connsiteX4-1077" fmla="*/ 6868891 w 8182025"/>
              <a:gd name="connsiteY4-1078" fmla="*/ 197279 h 6879174"/>
              <a:gd name="connsiteX0-1079" fmla="*/ 6868891 w 8182025"/>
              <a:gd name="connsiteY0-1080" fmla="*/ 197279 h 6879174"/>
              <a:gd name="connsiteX1-1081" fmla="*/ 6858000 w 8182025"/>
              <a:gd name="connsiteY1-1082" fmla="*/ 6879174 h 6879174"/>
              <a:gd name="connsiteX2-1083" fmla="*/ 0 w 8182025"/>
              <a:gd name="connsiteY2-1084" fmla="*/ 6879174 h 6879174"/>
              <a:gd name="connsiteX3-1085" fmla="*/ 0 w 8182025"/>
              <a:gd name="connsiteY3-1086" fmla="*/ 0 h 6879174"/>
              <a:gd name="connsiteX4-1087" fmla="*/ 6868891 w 8182025"/>
              <a:gd name="connsiteY4-1088" fmla="*/ 197279 h 6879174"/>
              <a:gd name="connsiteX0-1089" fmla="*/ 6868891 w 8182025"/>
              <a:gd name="connsiteY0-1090" fmla="*/ 197279 h 6879174"/>
              <a:gd name="connsiteX1-1091" fmla="*/ 6858000 w 8182025"/>
              <a:gd name="connsiteY1-1092" fmla="*/ 6879174 h 6879174"/>
              <a:gd name="connsiteX2-1093" fmla="*/ 0 w 8182025"/>
              <a:gd name="connsiteY2-1094" fmla="*/ 6879174 h 6879174"/>
              <a:gd name="connsiteX3-1095" fmla="*/ 0 w 8182025"/>
              <a:gd name="connsiteY3-1096" fmla="*/ 0 h 6879174"/>
              <a:gd name="connsiteX4-1097" fmla="*/ 6868891 w 8182025"/>
              <a:gd name="connsiteY4-1098" fmla="*/ 197279 h 6879174"/>
              <a:gd name="connsiteX0-1099" fmla="*/ 6868891 w 7374082"/>
              <a:gd name="connsiteY0-1100" fmla="*/ 197279 h 7217839"/>
              <a:gd name="connsiteX1-1101" fmla="*/ 6858000 w 7374082"/>
              <a:gd name="connsiteY1-1102" fmla="*/ 6879174 h 7217839"/>
              <a:gd name="connsiteX2-1103" fmla="*/ 0 w 7374082"/>
              <a:gd name="connsiteY2-1104" fmla="*/ 6879174 h 7217839"/>
              <a:gd name="connsiteX3-1105" fmla="*/ 0 w 7374082"/>
              <a:gd name="connsiteY3-1106" fmla="*/ 0 h 7217839"/>
              <a:gd name="connsiteX4-1107" fmla="*/ 6868891 w 7374082"/>
              <a:gd name="connsiteY4-1108" fmla="*/ 197279 h 7217839"/>
              <a:gd name="connsiteX0-1109" fmla="*/ 6868891 w 7513044"/>
              <a:gd name="connsiteY0-1110" fmla="*/ 197279 h 6879174"/>
              <a:gd name="connsiteX1-1111" fmla="*/ 6858000 w 7513044"/>
              <a:gd name="connsiteY1-1112" fmla="*/ 6879174 h 6879174"/>
              <a:gd name="connsiteX2-1113" fmla="*/ 0 w 7513044"/>
              <a:gd name="connsiteY2-1114" fmla="*/ 6879174 h 6879174"/>
              <a:gd name="connsiteX3-1115" fmla="*/ 0 w 7513044"/>
              <a:gd name="connsiteY3-1116" fmla="*/ 0 h 6879174"/>
              <a:gd name="connsiteX4-1117" fmla="*/ 6868891 w 7513044"/>
              <a:gd name="connsiteY4-1118" fmla="*/ 197279 h 6879174"/>
              <a:gd name="connsiteX0-1119" fmla="*/ 6868891 w 7374082"/>
              <a:gd name="connsiteY0-1120" fmla="*/ 197279 h 6879174"/>
              <a:gd name="connsiteX1-1121" fmla="*/ 6858000 w 7374082"/>
              <a:gd name="connsiteY1-1122" fmla="*/ 6879174 h 6879174"/>
              <a:gd name="connsiteX2-1123" fmla="*/ 0 w 7374082"/>
              <a:gd name="connsiteY2-1124" fmla="*/ 6879174 h 6879174"/>
              <a:gd name="connsiteX3-1125" fmla="*/ 0 w 7374082"/>
              <a:gd name="connsiteY3-1126" fmla="*/ 0 h 6879174"/>
              <a:gd name="connsiteX4-1127" fmla="*/ 6868891 w 7374082"/>
              <a:gd name="connsiteY4-1128" fmla="*/ 197279 h 6879174"/>
              <a:gd name="connsiteX0-1129" fmla="*/ 6868891 w 6868891"/>
              <a:gd name="connsiteY0-1130" fmla="*/ 197279 h 6879174"/>
              <a:gd name="connsiteX1-1131" fmla="*/ 6858000 w 6868891"/>
              <a:gd name="connsiteY1-1132" fmla="*/ 6879174 h 6879174"/>
              <a:gd name="connsiteX2-1133" fmla="*/ 0 w 6868891"/>
              <a:gd name="connsiteY2-1134" fmla="*/ 6879174 h 6879174"/>
              <a:gd name="connsiteX3-1135" fmla="*/ 0 w 6868891"/>
              <a:gd name="connsiteY3-1136" fmla="*/ 0 h 6879174"/>
              <a:gd name="connsiteX4-1137" fmla="*/ 6868891 w 6868891"/>
              <a:gd name="connsiteY4-1138" fmla="*/ 197279 h 6879174"/>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868891" h="6879174">
                <a:moveTo>
                  <a:pt x="6868891" y="197279"/>
                </a:moveTo>
                <a:cubicBezTo>
                  <a:pt x="6865263" y="1808265"/>
                  <a:pt x="6858000" y="6879174"/>
                  <a:pt x="6858000" y="6879174"/>
                </a:cubicBezTo>
                <a:lnTo>
                  <a:pt x="0" y="6879174"/>
                </a:lnTo>
                <a:lnTo>
                  <a:pt x="0" y="0"/>
                </a:lnTo>
                <a:cubicBezTo>
                  <a:pt x="2329546" y="1257529"/>
                  <a:pt x="4524837" y="1741029"/>
                  <a:pt x="6868891" y="197279"/>
                </a:cubicBezTo>
                <a:close/>
              </a:path>
            </a:pathLst>
          </a:custGeom>
          <a:gradFill flip="none" rotWithShape="1">
            <a:gsLst>
              <a:gs pos="25000">
                <a:schemeClr val="bg1"/>
              </a:gs>
              <a:gs pos="100000">
                <a:srgbClr val="DFDFDF">
                  <a:lumMod val="52000"/>
                  <a:lumOff val="48000"/>
                </a:srgbClr>
              </a:gs>
            </a:gsLst>
            <a:lin ang="2700000" scaled="1"/>
            <a:tileRect/>
          </a:gradFill>
          <a:ln>
            <a:noFill/>
          </a:ln>
          <a:effectLst>
            <a:outerShdw blurRad="25400" dist="25400" dir="10800000" algn="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800">
              <a:ea typeface="微软雅黑" panose="020B0503020204020204" pitchFamily="34" charset="-122"/>
            </a:endParaRPr>
          </a:p>
        </p:txBody>
      </p:sp>
      <p:sp>
        <p:nvSpPr>
          <p:cNvPr id="5" name="矩形 4"/>
          <p:cNvSpPr/>
          <p:nvPr/>
        </p:nvSpPr>
        <p:spPr>
          <a:xfrm>
            <a:off x="5629404" y="4258152"/>
            <a:ext cx="316801" cy="316801"/>
          </a:xfrm>
          <a:prstGeom prst="rect">
            <a:avLst/>
          </a:prstGeom>
          <a:solidFill>
            <a:srgbClr val="04619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smtClean="0">
                <a:latin typeface="微软雅黑" panose="020B0503020204020204" pitchFamily="34" charset="-122"/>
                <a:ea typeface="微软雅黑" panose="020B0503020204020204" pitchFamily="34" charset="-122"/>
              </a:rPr>
              <a:t>1</a:t>
            </a:r>
            <a:endParaRPr lang="zh-CN" altLang="en-US" sz="1400" b="1" dirty="0">
              <a:latin typeface="微软雅黑" panose="020B0503020204020204" pitchFamily="34" charset="-122"/>
              <a:ea typeface="微软雅黑" panose="020B0503020204020204" pitchFamily="34" charset="-122"/>
            </a:endParaRPr>
          </a:p>
        </p:txBody>
      </p:sp>
      <p:sp>
        <p:nvSpPr>
          <p:cNvPr id="6" name="矩形 5"/>
          <p:cNvSpPr/>
          <p:nvPr/>
        </p:nvSpPr>
        <p:spPr>
          <a:xfrm>
            <a:off x="6092209" y="4263200"/>
            <a:ext cx="1022350" cy="3067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r>
              <a:rPr lang="en-US" altLang="zh-CN" sz="1400" b="1" dirty="0">
                <a:solidFill>
                  <a:srgbClr val="04619D"/>
                </a:solidFill>
                <a:latin typeface="微软雅黑" panose="020B0503020204020204" pitchFamily="34" charset="-122"/>
                <a:ea typeface="微软雅黑" panose="020B0503020204020204" pitchFamily="34" charset="-122"/>
              </a:rPr>
              <a:t>7.1.3 </a:t>
            </a:r>
            <a:r>
              <a:rPr lang="zh-CN" altLang="en-US" sz="1400" b="1" dirty="0">
                <a:solidFill>
                  <a:srgbClr val="04619D"/>
                </a:solidFill>
                <a:latin typeface="微软雅黑" panose="020B0503020204020204" pitchFamily="34" charset="-122"/>
                <a:ea typeface="微软雅黑" panose="020B0503020204020204" pitchFamily="34" charset="-122"/>
              </a:rPr>
              <a:t>CP0</a:t>
            </a:r>
          </a:p>
        </p:txBody>
      </p:sp>
      <p:sp>
        <p:nvSpPr>
          <p:cNvPr id="9" name="矩形 8"/>
          <p:cNvSpPr/>
          <p:nvPr/>
        </p:nvSpPr>
        <p:spPr>
          <a:xfrm>
            <a:off x="5629404" y="4691705"/>
            <a:ext cx="316801" cy="31680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smtClean="0">
                <a:latin typeface="微软雅黑" panose="020B0503020204020204" pitchFamily="34" charset="-122"/>
                <a:ea typeface="微软雅黑" panose="020B0503020204020204" pitchFamily="34" charset="-122"/>
              </a:rPr>
              <a:t>2</a:t>
            </a:r>
            <a:endParaRPr lang="zh-CN" altLang="en-US" sz="1400" b="1" dirty="0">
              <a:latin typeface="微软雅黑" panose="020B0503020204020204" pitchFamily="34" charset="-122"/>
              <a:ea typeface="微软雅黑" panose="020B0503020204020204" pitchFamily="34" charset="-122"/>
            </a:endParaRPr>
          </a:p>
        </p:txBody>
      </p:sp>
      <p:sp>
        <p:nvSpPr>
          <p:cNvPr id="10" name="矩形 9"/>
          <p:cNvSpPr/>
          <p:nvPr/>
        </p:nvSpPr>
        <p:spPr>
          <a:xfrm>
            <a:off x="6092209" y="4696217"/>
            <a:ext cx="2292615"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r>
              <a:rPr lang="en-US" altLang="zh-CN" sz="1400" b="1" dirty="0">
                <a:solidFill>
                  <a:schemeClr val="tx1">
                    <a:lumMod val="50000"/>
                    <a:lumOff val="50000"/>
                  </a:schemeClr>
                </a:solidFill>
                <a:latin typeface="微软雅黑" panose="020B0503020204020204" pitchFamily="34" charset="-122"/>
                <a:ea typeface="微软雅黑" panose="020B0503020204020204" pitchFamily="34" charset="-122"/>
              </a:rPr>
              <a:t>7.1.4 </a:t>
            </a:r>
            <a:r>
              <a:rPr lang="zh-CN" altLang="en-US" sz="1400" b="1" dirty="0">
                <a:solidFill>
                  <a:schemeClr val="tx1">
                    <a:lumMod val="50000"/>
                    <a:lumOff val="50000"/>
                  </a:schemeClr>
                </a:solidFill>
                <a:latin typeface="微软雅黑" panose="020B0503020204020204" pitchFamily="34" charset="-122"/>
                <a:ea typeface="微软雅黑" panose="020B0503020204020204" pitchFamily="34" charset="-122"/>
              </a:rPr>
              <a:t>MIPS CPU中断机制</a:t>
            </a:r>
          </a:p>
        </p:txBody>
      </p:sp>
      <p:sp>
        <p:nvSpPr>
          <p:cNvPr id="18" name="Text Box 6"/>
          <p:cNvSpPr txBox="1">
            <a:spLocks noChangeArrowheads="1"/>
          </p:cNvSpPr>
          <p:nvPr/>
        </p:nvSpPr>
        <p:spPr bwMode="auto">
          <a:xfrm>
            <a:off x="5600376" y="3230751"/>
            <a:ext cx="2550698" cy="461665"/>
          </a:xfrm>
          <a:prstGeom prst="rect">
            <a:avLst/>
          </a:prstGeom>
          <a:noFill/>
          <a:ln w="9525">
            <a:noFill/>
            <a:miter lim="800000"/>
          </a:ln>
          <a:effectLst/>
        </p:spPr>
        <p:txBody>
          <a:bodyPr wrap="none" lIns="0">
            <a:spAutoFit/>
            <a:scene3d>
              <a:camera prst="orthographicFront"/>
              <a:lightRig rig="soft" dir="tl">
                <a:rot lat="0" lon="0" rev="0"/>
              </a:lightRig>
            </a:scene3d>
            <a:sp3d contourW="25400" prstMaterial="matte">
              <a:contourClr>
                <a:schemeClr val="accent2">
                  <a:tint val="20000"/>
                </a:schemeClr>
              </a:contourClr>
            </a:sp3d>
          </a:bodyPr>
          <a:lstStyle/>
          <a:p>
            <a:r>
              <a:rPr lang="zh-CN" altLang="en-US" spc="67" dirty="0" smtClean="0">
                <a:ln w="11430">
                  <a:noFill/>
                </a:ln>
                <a:solidFill>
                  <a:sysClr val="windowText" lastClr="000000"/>
                </a:solidFill>
                <a:latin typeface="微软雅黑" panose="020B0503020204020204" pitchFamily="34" charset="-122"/>
                <a:ea typeface="微软雅黑" panose="020B0503020204020204" pitchFamily="34" charset="-122"/>
              </a:rPr>
              <a:t>目录 </a:t>
            </a:r>
            <a:r>
              <a:rPr lang="en-US" altLang="zh-CN" spc="67" dirty="0" smtClean="0">
                <a:ln w="11430">
                  <a:noFill/>
                </a:ln>
                <a:solidFill>
                  <a:schemeClr val="bg1">
                    <a:lumMod val="75000"/>
                  </a:schemeClr>
                </a:solidFill>
                <a:latin typeface="微软雅黑" panose="020B0503020204020204" pitchFamily="34" charset="-122"/>
                <a:ea typeface="微软雅黑" panose="020B0503020204020204" pitchFamily="34" charset="-122"/>
              </a:rPr>
              <a:t>| CONTENT</a:t>
            </a:r>
            <a:endParaRPr lang="en-US" altLang="zh-CN" spc="67" dirty="0">
              <a:ln w="11430">
                <a:noFill/>
              </a:ln>
              <a:solidFill>
                <a:schemeClr val="bg1">
                  <a:lumMod val="75000"/>
                </a:schemeClr>
              </a:solidFill>
              <a:latin typeface="微软雅黑" panose="020B0503020204020204" pitchFamily="34" charset="-122"/>
              <a:ea typeface="微软雅黑" panose="020B0503020204020204" pitchFamily="34" charset="-122"/>
            </a:endParaRPr>
          </a:p>
        </p:txBody>
      </p:sp>
      <p:pic>
        <p:nvPicPr>
          <p:cNvPr id="2" name="图片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503813" y="679899"/>
            <a:ext cx="2833688" cy="854418"/>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853440" y="1776730"/>
            <a:ext cx="7247255" cy="4189730"/>
          </a:xfrm>
          <a:prstGeom prst="rect">
            <a:avLst/>
          </a:prstGeom>
          <a:noFill/>
        </p:spPr>
        <p:txBody>
          <a:bodyPr wrap="square" lIns="72000" rIns="72000">
            <a:spAutoFit/>
          </a:bodyPr>
          <a:lstStyle/>
          <a:p>
            <a:pPr marL="285750" indent="-285750" fontAlgn="auto">
              <a:lnSpc>
                <a:spcPct val="150000"/>
              </a:lnSpc>
              <a:spcBef>
                <a:spcPts val="0"/>
              </a:spcBef>
              <a:spcAft>
                <a:spcPts val="0"/>
              </a:spcAft>
              <a:buFont typeface="Wingdings" panose="05000000000000000000" charset="0"/>
              <a:buChar char=""/>
              <a:defRPr/>
            </a:pPr>
            <a:r>
              <a:rPr b="1">
                <a:solidFill>
                  <a:schemeClr val="tx1">
                    <a:lumMod val="75000"/>
                    <a:lumOff val="25000"/>
                  </a:schemeClr>
                </a:solidFill>
                <a:latin typeface="微软雅黑" panose="020B0503020204020204" pitchFamily="34" charset="-122"/>
                <a:ea typeface="微软雅黑" panose="020B0503020204020204" pitchFamily="34" charset="-122"/>
              </a:rPr>
              <a:t>在MIPS体系结构中，最多支持4个协处理器(Co-Processor)。其中，协处理器CP0是体系结构中必须实现的。MMU、异常处理、乘除法等功能，都依赖于协处理器CP0来实现。</a:t>
            </a:r>
          </a:p>
          <a:p>
            <a:pPr marL="285750" indent="-285750" fontAlgn="auto">
              <a:lnSpc>
                <a:spcPct val="150000"/>
              </a:lnSpc>
              <a:spcBef>
                <a:spcPts val="0"/>
              </a:spcBef>
              <a:spcAft>
                <a:spcPts val="0"/>
              </a:spcAft>
              <a:buFont typeface="Wingdings" panose="05000000000000000000" charset="0"/>
              <a:buChar char=""/>
              <a:defRPr/>
            </a:pPr>
            <a:r>
              <a:rPr b="1">
                <a:solidFill>
                  <a:schemeClr val="tx1">
                    <a:lumMod val="75000"/>
                    <a:lumOff val="25000"/>
                  </a:schemeClr>
                </a:solidFill>
                <a:latin typeface="微软雅黑" panose="020B0503020204020204" pitchFamily="34" charset="-122"/>
                <a:ea typeface="微软雅黑" panose="020B0503020204020204" pitchFamily="34" charset="-122"/>
              </a:rPr>
              <a:t>MIPS的CP0包含32个寄存器。本课程仅讨论常用的一些寄存器，如表7.1.2所示。</a:t>
            </a:r>
            <a:endPar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endParaRPr>
          </a:p>
          <a:p>
            <a:pPr>
              <a:lnSpc>
                <a:spcPct val="150000"/>
              </a:lnSpc>
              <a:spcBef>
                <a:spcPts val="1000"/>
              </a:spcBef>
              <a:defRPr/>
            </a:pPr>
            <a:endPar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7266" name="标题 7265"/>
          <p:cNvSpPr>
            <a:spLocks noGrp="1"/>
          </p:cNvSpPr>
          <p:nvPr>
            <p:ph type="title"/>
          </p:nvPr>
        </p:nvSpPr>
        <p:spPr/>
        <p:txBody>
          <a:bodyPr/>
          <a:lstStyle/>
          <a:p>
            <a:r>
              <a:rPr lang="en-US" altLang="zh-CN" b="1"/>
              <a:t>7.1.3 CP0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266" name="标题 7265"/>
          <p:cNvSpPr>
            <a:spLocks noGrp="1"/>
          </p:cNvSpPr>
          <p:nvPr>
            <p:ph type="title"/>
          </p:nvPr>
        </p:nvSpPr>
        <p:spPr/>
        <p:txBody>
          <a:bodyPr/>
          <a:lstStyle/>
          <a:p>
            <a:endParaRPr/>
          </a:p>
        </p:txBody>
      </p:sp>
      <p:sp>
        <p:nvSpPr>
          <p:cNvPr id="4" name="文本框 3"/>
          <p:cNvSpPr txBox="1"/>
          <p:nvPr/>
        </p:nvSpPr>
        <p:spPr>
          <a:xfrm>
            <a:off x="2032000" y="4510405"/>
            <a:ext cx="5080000" cy="414020"/>
          </a:xfrm>
          <a:prstGeom prst="rect">
            <a:avLst/>
          </a:prstGeom>
          <a:noFill/>
          <a:ln w="9525">
            <a:noFill/>
          </a:ln>
        </p:spPr>
        <p:txBody>
          <a:bodyPr>
            <a:spAutoFit/>
          </a:bodyPr>
          <a:lstStyle/>
          <a:p>
            <a:pPr marL="0" indent="266700"/>
            <a:endParaRPr lang="en-US" altLang="zh-CN" sz="1050" b="0">
              <a:latin typeface="Calibri" panose="020F0502020204030204" charset="0"/>
              <a:cs typeface="Calibri" panose="020F0502020204030204" charset="0"/>
            </a:endParaRPr>
          </a:p>
          <a:p>
            <a:pPr marL="0" indent="266700"/>
            <a:r>
              <a:rPr lang="en-US" altLang="zh-CN" sz="1050" b="0">
                <a:latin typeface="Calibri" panose="020F0502020204030204" charset="0"/>
                <a:cs typeface="Calibri" panose="020F0502020204030204" charset="0"/>
              </a:rPr>
              <a:t> </a:t>
            </a:r>
            <a:endParaRPr lang="zh-CN" altLang="en-US"/>
          </a:p>
        </p:txBody>
      </p:sp>
      <p:graphicFrame>
        <p:nvGraphicFramePr>
          <p:cNvPr id="3" name="表格 -1"/>
          <p:cNvGraphicFramePr/>
          <p:nvPr>
            <p:extLst>
              <p:ext uri="{D42A27DB-BD31-4B8C-83A1-F6EECF244321}">
                <p14:modId xmlns:p14="http://schemas.microsoft.com/office/powerpoint/2010/main" val="4137894634"/>
              </p:ext>
            </p:extLst>
          </p:nvPr>
        </p:nvGraphicFramePr>
        <p:xfrm>
          <a:off x="607060" y="1708685"/>
          <a:ext cx="8136248" cy="4455808"/>
        </p:xfrm>
        <a:graphic>
          <a:graphicData uri="http://schemas.openxmlformats.org/drawingml/2006/table">
            <a:tbl>
              <a:tblPr firstRow="1" bandRow="1">
                <a:tableStyleId>{5940675A-B579-460E-94D1-54222C63F5DA}</a:tableStyleId>
              </a:tblPr>
              <a:tblGrid>
                <a:gridCol w="1351915"/>
                <a:gridCol w="6784333"/>
              </a:tblGrid>
              <a:tr h="337064">
                <a:tc>
                  <a:txBody>
                    <a:bodyPr/>
                    <a:lstStyle/>
                    <a:p>
                      <a:pPr indent="0" algn="ctr">
                        <a:buNone/>
                      </a:pPr>
                      <a:r>
                        <a:rPr sz="1600" b="1" dirty="0" err="1">
                          <a:solidFill>
                            <a:schemeClr val="tx1">
                              <a:lumMod val="75000"/>
                              <a:lumOff val="25000"/>
                            </a:schemeClr>
                          </a:solidFill>
                          <a:latin typeface="微软雅黑" panose="020B0503020204020204" pitchFamily="34" charset="-122"/>
                          <a:ea typeface="微软雅黑" panose="020B0503020204020204" pitchFamily="34" charset="-122"/>
                        </a:rPr>
                        <a:t>寄存器</a:t>
                      </a:r>
                      <a:endParaRPr sz="1600" b="1" dirty="0">
                        <a:solidFill>
                          <a:schemeClr val="tx1">
                            <a:lumMod val="75000"/>
                            <a:lumOff val="25000"/>
                          </a:schemeClr>
                        </a:solidFill>
                        <a:latin typeface="微软雅黑" panose="020B0503020204020204" pitchFamily="34" charset="-122"/>
                        <a:ea typeface="微软雅黑" panose="020B0503020204020204" pitchFamily="34" charset="-122"/>
                      </a:endParaRP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sz="1600" b="1" dirty="0" err="1">
                          <a:solidFill>
                            <a:schemeClr val="tx1">
                              <a:lumMod val="75000"/>
                              <a:lumOff val="25000"/>
                            </a:schemeClr>
                          </a:solidFill>
                          <a:latin typeface="微软雅黑" panose="020B0503020204020204" pitchFamily="34" charset="-122"/>
                          <a:ea typeface="微软雅黑" panose="020B0503020204020204" pitchFamily="34" charset="-122"/>
                        </a:rPr>
                        <a:t>寄存器功能</a:t>
                      </a:r>
                      <a:endParaRPr sz="1600" b="1" dirty="0">
                        <a:solidFill>
                          <a:schemeClr val="tx1">
                            <a:lumMod val="75000"/>
                            <a:lumOff val="25000"/>
                          </a:schemeClr>
                        </a:solidFill>
                        <a:latin typeface="微软雅黑" panose="020B0503020204020204" pitchFamily="34" charset="-122"/>
                        <a:ea typeface="微软雅黑" panose="020B0503020204020204" pitchFamily="34" charset="-122"/>
                      </a:endParaRP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43345">
                <a:tc>
                  <a:txBody>
                    <a:bodyPr/>
                    <a:lstStyle/>
                    <a:p>
                      <a:pPr indent="0" algn="ctr">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Register 0</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Index，作为MMU的索引用。</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43345">
                <a:tc>
                  <a:txBody>
                    <a:bodyPr/>
                    <a:lstStyle/>
                    <a:p>
                      <a:pPr indent="0" algn="ctr">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Register 2</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EntryLo0，访问TLB Entry偶数页中的地址低32Bit用。</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44043">
                <a:tc>
                  <a:txBody>
                    <a:bodyPr/>
                    <a:lstStyle/>
                    <a:p>
                      <a:pPr indent="0" algn="ctr">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Register 3</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EntryLo1，访问TLB Entry奇数页中的地址低32Bit用。</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43345">
                <a:tc>
                  <a:txBody>
                    <a:bodyPr/>
                    <a:lstStyle/>
                    <a:p>
                      <a:pPr indent="0" algn="ctr">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Register 4</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Context，用以加速TLB Miss异常的处理。</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42647">
                <a:tc>
                  <a:txBody>
                    <a:bodyPr/>
                    <a:lstStyle/>
                    <a:p>
                      <a:pPr indent="0" algn="ctr">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Register 5</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PageMask，用以在MMU中分配可变大小的内存页。</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029337">
                <a:tc>
                  <a:txBody>
                    <a:bodyPr/>
                    <a:lstStyle/>
                    <a:p>
                      <a:pPr indent="0" algn="ctr">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Register 8</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sz="1600" b="1" dirty="0" err="1">
                          <a:solidFill>
                            <a:schemeClr val="tx1">
                              <a:lumMod val="75000"/>
                              <a:lumOff val="25000"/>
                            </a:schemeClr>
                          </a:solidFill>
                          <a:latin typeface="微软雅黑" panose="020B0503020204020204" pitchFamily="34" charset="-122"/>
                          <a:ea typeface="微软雅黑" panose="020B0503020204020204" pitchFamily="34" charset="-122"/>
                        </a:rPr>
                        <a:t>BadVAddr，在系统捕获到TLB</a:t>
                      </a:r>
                      <a:r>
                        <a:rPr sz="1600" b="1" dirty="0">
                          <a:solidFill>
                            <a:schemeClr val="tx1">
                              <a:lumMod val="75000"/>
                              <a:lumOff val="25000"/>
                            </a:schemeClr>
                          </a:solidFill>
                          <a:latin typeface="微软雅黑" panose="020B0503020204020204" pitchFamily="34" charset="-122"/>
                          <a:ea typeface="微软雅黑" panose="020B0503020204020204" pitchFamily="34" charset="-122"/>
                        </a:rPr>
                        <a:t> </a:t>
                      </a:r>
                      <a:r>
                        <a:rPr sz="1600" b="1" dirty="0" err="1">
                          <a:solidFill>
                            <a:schemeClr val="tx1">
                              <a:lumMod val="75000"/>
                              <a:lumOff val="25000"/>
                            </a:schemeClr>
                          </a:solidFill>
                          <a:latin typeface="微软雅黑" panose="020B0503020204020204" pitchFamily="34" charset="-122"/>
                          <a:ea typeface="微软雅黑" panose="020B0503020204020204" pitchFamily="34" charset="-122"/>
                        </a:rPr>
                        <a:t>Miss或Address</a:t>
                      </a:r>
                      <a:r>
                        <a:rPr sz="1600" b="1" dirty="0">
                          <a:solidFill>
                            <a:schemeClr val="tx1">
                              <a:lumMod val="75000"/>
                              <a:lumOff val="25000"/>
                            </a:schemeClr>
                          </a:solidFill>
                          <a:latin typeface="微软雅黑" panose="020B0503020204020204" pitchFamily="34" charset="-122"/>
                          <a:ea typeface="微软雅黑" panose="020B0503020204020204" pitchFamily="34" charset="-122"/>
                        </a:rPr>
                        <a:t> Error这两种Exception时，发生错误的虚拟地址会储存在该寄存器中。对于引发Exception的Bug的定位来说，这个寄存器非常重要。   </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372682">
                <a:tc>
                  <a:txBody>
                    <a:bodyPr/>
                    <a:lstStyle/>
                    <a:p>
                      <a:pPr indent="0" algn="ctr">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Register 9</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sz="1600" b="1" dirty="0">
                          <a:solidFill>
                            <a:schemeClr val="tx1">
                              <a:lumMod val="75000"/>
                              <a:lumOff val="25000"/>
                            </a:schemeClr>
                          </a:solidFill>
                          <a:latin typeface="微软雅黑" panose="020B0503020204020204" pitchFamily="34" charset="-122"/>
                          <a:ea typeface="微软雅黑" panose="020B0503020204020204" pitchFamily="34" charset="-122"/>
                        </a:rPr>
                        <a:t>Count，这个寄存器是R4000以后的MIPS系统引入的。它是一个计数器，计数频率是系统主频的1/2。BCM1125/1250，RMI XLR系列以及Octeon的Cavium处理器均支持该寄存器。对于操作系统来说，可以通过读取该寄存器的值来获取tick的时基。在系统性能测试中，利用该寄存器也可以实现打点计数。</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
        <p:nvSpPr>
          <p:cNvPr id="2" name="文本框 1"/>
          <p:cNvSpPr txBox="1"/>
          <p:nvPr/>
        </p:nvSpPr>
        <p:spPr>
          <a:xfrm>
            <a:off x="2032000" y="1221890"/>
            <a:ext cx="5080000" cy="400110"/>
          </a:xfrm>
          <a:prstGeom prst="rect">
            <a:avLst/>
          </a:prstGeom>
          <a:noFill/>
          <a:ln w="9525">
            <a:noFill/>
          </a:ln>
        </p:spPr>
        <p:txBody>
          <a:bodyPr>
            <a:spAutoFit/>
          </a:bodyPr>
          <a:lstStyle/>
          <a:p>
            <a:pPr marL="0" indent="266700" algn="ctr"/>
            <a:r>
              <a:rPr sz="2000" b="1" dirty="0">
                <a:solidFill>
                  <a:schemeClr val="tx1">
                    <a:lumMod val="75000"/>
                    <a:lumOff val="25000"/>
                  </a:schemeClr>
                </a:solidFill>
                <a:latin typeface="宋体" panose="02010600030101010101" pitchFamily="2" charset="-122"/>
              </a:rPr>
              <a:t>表7.1.</a:t>
            </a:r>
            <a:r>
              <a:rPr lang="en-US" sz="2000" b="1" dirty="0">
                <a:solidFill>
                  <a:schemeClr val="tx1">
                    <a:lumMod val="75000"/>
                    <a:lumOff val="25000"/>
                  </a:schemeClr>
                </a:solidFill>
                <a:latin typeface="宋体" panose="02010600030101010101" pitchFamily="2" charset="-122"/>
              </a:rPr>
              <a:t>2</a:t>
            </a:r>
            <a:r>
              <a:rPr sz="2000" b="1" dirty="0">
                <a:solidFill>
                  <a:schemeClr val="tx1">
                    <a:lumMod val="75000"/>
                    <a:lumOff val="25000"/>
                  </a:schemeClr>
                </a:solidFill>
                <a:latin typeface="宋体" panose="02010600030101010101" pitchFamily="2" charset="-122"/>
              </a:rPr>
              <a:t> CP0常用寄存器</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266" name="标题 7265"/>
          <p:cNvSpPr>
            <a:spLocks noGrp="1"/>
          </p:cNvSpPr>
          <p:nvPr>
            <p:ph type="title"/>
          </p:nvPr>
        </p:nvSpPr>
        <p:spPr/>
        <p:txBody>
          <a:bodyPr/>
          <a:lstStyle/>
          <a:p>
            <a:endParaRPr/>
          </a:p>
        </p:txBody>
      </p:sp>
      <p:sp>
        <p:nvSpPr>
          <p:cNvPr id="4" name="文本框 3"/>
          <p:cNvSpPr txBox="1"/>
          <p:nvPr/>
        </p:nvSpPr>
        <p:spPr>
          <a:xfrm>
            <a:off x="2032000" y="4510405"/>
            <a:ext cx="5080000" cy="414020"/>
          </a:xfrm>
          <a:prstGeom prst="rect">
            <a:avLst/>
          </a:prstGeom>
          <a:noFill/>
          <a:ln w="9525">
            <a:noFill/>
          </a:ln>
        </p:spPr>
        <p:txBody>
          <a:bodyPr>
            <a:spAutoFit/>
          </a:bodyPr>
          <a:lstStyle/>
          <a:p>
            <a:pPr marL="0" indent="266700"/>
            <a:endParaRPr lang="en-US" altLang="zh-CN" sz="1050" b="0">
              <a:latin typeface="Calibri" panose="020F0502020204030204" charset="0"/>
              <a:cs typeface="Calibri" panose="020F0502020204030204" charset="0"/>
            </a:endParaRPr>
          </a:p>
          <a:p>
            <a:pPr marL="0" indent="266700"/>
            <a:r>
              <a:rPr lang="en-US" altLang="zh-CN" sz="1050" b="0">
                <a:latin typeface="Calibri" panose="020F0502020204030204" charset="0"/>
                <a:cs typeface="Calibri" panose="020F0502020204030204" charset="0"/>
              </a:rPr>
              <a:t> </a:t>
            </a:r>
            <a:endParaRPr lang="zh-CN" altLang="en-US"/>
          </a:p>
        </p:txBody>
      </p:sp>
      <p:graphicFrame>
        <p:nvGraphicFramePr>
          <p:cNvPr id="3" name="表格 2"/>
          <p:cNvGraphicFramePr/>
          <p:nvPr>
            <p:extLst>
              <p:ext uri="{D42A27DB-BD31-4B8C-83A1-F6EECF244321}">
                <p14:modId xmlns:p14="http://schemas.microsoft.com/office/powerpoint/2010/main" val="366388063"/>
              </p:ext>
            </p:extLst>
          </p:nvPr>
        </p:nvGraphicFramePr>
        <p:xfrm>
          <a:off x="641985" y="1695235"/>
          <a:ext cx="8080775" cy="4297898"/>
        </p:xfrm>
        <a:graphic>
          <a:graphicData uri="http://schemas.openxmlformats.org/drawingml/2006/table">
            <a:tbl>
              <a:tblPr firstRow="1" bandRow="1">
                <a:tableStyleId>{5940675A-B579-460E-94D1-54222C63F5DA}</a:tableStyleId>
              </a:tblPr>
              <a:tblGrid>
                <a:gridCol w="1378021"/>
                <a:gridCol w="6702754"/>
              </a:tblGrid>
              <a:tr h="360575">
                <a:tc>
                  <a:txBody>
                    <a:bodyPr/>
                    <a:lstStyle/>
                    <a:p>
                      <a:pPr indent="0" algn="ctr">
                        <a:buNone/>
                      </a:pPr>
                      <a:r>
                        <a:rPr sz="1600" b="1" dirty="0">
                          <a:solidFill>
                            <a:schemeClr val="tx1">
                              <a:lumMod val="75000"/>
                              <a:lumOff val="25000"/>
                            </a:schemeClr>
                          </a:solidFill>
                          <a:latin typeface="微软雅黑" panose="020B0503020204020204" pitchFamily="34" charset="-122"/>
                          <a:ea typeface="微软雅黑" panose="020B0503020204020204" pitchFamily="34" charset="-122"/>
                        </a:rPr>
                        <a:t>Register 10</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EntryHi，这个寄存器同EntryLo0/1一样，用于MMU中。</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759384">
                <a:tc>
                  <a:txBody>
                    <a:bodyPr/>
                    <a:lstStyle/>
                    <a:p>
                      <a:pPr indent="0" algn="ctr">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Register 11</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Compare，配合Count使用。当Compare和Count的值相等的时候，会触发一个硬件中断(Hardware Interrupt)，并且总是使用Cause寄存器的IP7位。</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61234">
                <a:tc>
                  <a:txBody>
                    <a:bodyPr/>
                    <a:lstStyle/>
                    <a:p>
                      <a:pPr indent="0" algn="ctr">
                        <a:buNone/>
                      </a:pPr>
                      <a:r>
                        <a:rPr sz="1600" b="1">
                          <a:solidFill>
                            <a:srgbClr val="FF0000"/>
                          </a:solidFill>
                          <a:latin typeface="微软雅黑" panose="020B0503020204020204" pitchFamily="34" charset="-122"/>
                          <a:ea typeface="微软雅黑" panose="020B0503020204020204" pitchFamily="34" charset="-122"/>
                        </a:rPr>
                        <a:t>Register 12</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sz="1600" b="1" dirty="0" err="1">
                          <a:solidFill>
                            <a:srgbClr val="FF0000"/>
                          </a:solidFill>
                          <a:latin typeface="微软雅黑" panose="020B0503020204020204" pitchFamily="34" charset="-122"/>
                          <a:ea typeface="微软雅黑" panose="020B0503020204020204" pitchFamily="34" charset="-122"/>
                        </a:rPr>
                        <a:t>Status，用于处理器状态的控制</a:t>
                      </a:r>
                      <a:r>
                        <a:rPr sz="1600" b="1" dirty="0">
                          <a:solidFill>
                            <a:srgbClr val="FF0000"/>
                          </a:solidFill>
                          <a:latin typeface="微软雅黑" panose="020B0503020204020204" pitchFamily="34" charset="-122"/>
                          <a:ea typeface="微软雅黑" panose="020B0503020204020204" pitchFamily="34" charset="-122"/>
                        </a:rPr>
                        <a:t>。</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60575">
                <a:tc>
                  <a:txBody>
                    <a:bodyPr/>
                    <a:lstStyle/>
                    <a:p>
                      <a:pPr indent="0" algn="ctr">
                        <a:buNone/>
                      </a:pPr>
                      <a:r>
                        <a:rPr sz="1600" b="1">
                          <a:solidFill>
                            <a:srgbClr val="FF0000"/>
                          </a:solidFill>
                          <a:latin typeface="微软雅黑" panose="020B0503020204020204" pitchFamily="34" charset="-122"/>
                          <a:ea typeface="微软雅黑" panose="020B0503020204020204" pitchFamily="34" charset="-122"/>
                        </a:rPr>
                        <a:t>Register 13</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sz="1600" b="1" dirty="0" err="1">
                          <a:solidFill>
                            <a:srgbClr val="FF0000"/>
                          </a:solidFill>
                          <a:latin typeface="微软雅黑" panose="020B0503020204020204" pitchFamily="34" charset="-122"/>
                          <a:ea typeface="微软雅黑" panose="020B0503020204020204" pitchFamily="34" charset="-122"/>
                        </a:rPr>
                        <a:t>Cause，这个寄存器体现了处理器异常发生的原因</a:t>
                      </a:r>
                      <a:r>
                        <a:rPr sz="1600" b="1" dirty="0">
                          <a:solidFill>
                            <a:srgbClr val="FF0000"/>
                          </a:solidFill>
                          <a:latin typeface="微软雅黑" panose="020B0503020204020204" pitchFamily="34" charset="-122"/>
                          <a:ea typeface="微软雅黑" panose="020B0503020204020204" pitchFamily="34" charset="-122"/>
                        </a:rPr>
                        <a:t>。</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61234">
                <a:tc>
                  <a:txBody>
                    <a:bodyPr/>
                    <a:lstStyle/>
                    <a:p>
                      <a:pPr indent="0" algn="ctr">
                        <a:buNone/>
                      </a:pPr>
                      <a:r>
                        <a:rPr sz="1600" b="1">
                          <a:solidFill>
                            <a:srgbClr val="FF0000"/>
                          </a:solidFill>
                          <a:latin typeface="微软雅黑" panose="020B0503020204020204" pitchFamily="34" charset="-122"/>
                          <a:ea typeface="微软雅黑" panose="020B0503020204020204" pitchFamily="34" charset="-122"/>
                        </a:rPr>
                        <a:t>Register 14</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sz="1600" b="1" dirty="0" err="1">
                          <a:solidFill>
                            <a:srgbClr val="FF0000"/>
                          </a:solidFill>
                          <a:latin typeface="微软雅黑" panose="020B0503020204020204" pitchFamily="34" charset="-122"/>
                          <a:ea typeface="微软雅黑" panose="020B0503020204020204" pitchFamily="34" charset="-122"/>
                        </a:rPr>
                        <a:t>EPC，这个寄存器存放异常发生时，系统正在执行的指令的地址</a:t>
                      </a:r>
                      <a:r>
                        <a:rPr sz="1600" b="1" dirty="0">
                          <a:solidFill>
                            <a:srgbClr val="FF0000"/>
                          </a:solidFill>
                          <a:latin typeface="微软雅黑" panose="020B0503020204020204" pitchFamily="34" charset="-122"/>
                          <a:ea typeface="微软雅黑" panose="020B0503020204020204" pitchFamily="34" charset="-122"/>
                        </a:rPr>
                        <a:t>。</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06256">
                <a:tc>
                  <a:txBody>
                    <a:bodyPr/>
                    <a:lstStyle/>
                    <a:p>
                      <a:pPr indent="0" algn="ctr">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Register 15</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sz="1600" b="1" dirty="0" err="1">
                          <a:solidFill>
                            <a:schemeClr val="tx1">
                              <a:lumMod val="75000"/>
                              <a:lumOff val="25000"/>
                            </a:schemeClr>
                          </a:solidFill>
                          <a:latin typeface="微软雅黑" panose="020B0503020204020204" pitchFamily="34" charset="-122"/>
                          <a:ea typeface="微软雅黑" panose="020B0503020204020204" pitchFamily="34" charset="-122"/>
                        </a:rPr>
                        <a:t>PRID，这个寄存器是只读的，标识处理器的版本信息。向其中写入无意义</a:t>
                      </a:r>
                      <a:r>
                        <a:rPr sz="1600" b="1" dirty="0">
                          <a:solidFill>
                            <a:schemeClr val="tx1">
                              <a:lumMod val="75000"/>
                              <a:lumOff val="25000"/>
                            </a:schemeClr>
                          </a:solidFill>
                          <a:latin typeface="微软雅黑" panose="020B0503020204020204" pitchFamily="34" charset="-122"/>
                          <a:ea typeface="微软雅黑" panose="020B0503020204020204" pitchFamily="34" charset="-122"/>
                        </a:rPr>
                        <a:t>。</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082384">
                <a:tc>
                  <a:txBody>
                    <a:bodyPr/>
                    <a:lstStyle/>
                    <a:p>
                      <a:pPr indent="0" algn="ctr">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Register 18/19</a:t>
                      </a:r>
                    </a:p>
                  </a:txBody>
                  <a:tcPr marL="0" marR="-67944"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sz="1600" b="1" dirty="0" err="1">
                          <a:solidFill>
                            <a:schemeClr val="tx1">
                              <a:lumMod val="75000"/>
                              <a:lumOff val="25000"/>
                            </a:schemeClr>
                          </a:solidFill>
                          <a:latin typeface="微软雅黑" panose="020B0503020204020204" pitchFamily="34" charset="-122"/>
                          <a:ea typeface="微软雅黑" panose="020B0503020204020204" pitchFamily="34" charset="-122"/>
                        </a:rPr>
                        <a:t>WatchLo</a:t>
                      </a:r>
                      <a:r>
                        <a:rPr sz="1600" b="1" dirty="0">
                          <a:solidFill>
                            <a:schemeClr val="tx1">
                              <a:lumMod val="75000"/>
                              <a:lumOff val="25000"/>
                            </a:schemeClr>
                          </a:solidFill>
                          <a:latin typeface="微软雅黑" panose="020B0503020204020204" pitchFamily="34" charset="-122"/>
                          <a:ea typeface="微软雅黑" panose="020B0503020204020204" pitchFamily="34" charset="-122"/>
                        </a:rPr>
                        <a:t>/</a:t>
                      </a:r>
                      <a:r>
                        <a:rPr sz="1600" b="1" dirty="0" err="1">
                          <a:solidFill>
                            <a:schemeClr val="tx1">
                              <a:lumMod val="75000"/>
                              <a:lumOff val="25000"/>
                            </a:schemeClr>
                          </a:solidFill>
                          <a:latin typeface="微软雅黑" panose="020B0503020204020204" pitchFamily="34" charset="-122"/>
                          <a:ea typeface="微软雅黑" panose="020B0503020204020204" pitchFamily="34" charset="-122"/>
                        </a:rPr>
                        <a:t>WatchHi，这对寄存器用于设置硬件数据断点</a:t>
                      </a:r>
                      <a:r>
                        <a:rPr sz="1600" b="1" dirty="0">
                          <a:solidFill>
                            <a:schemeClr val="tx1">
                              <a:lumMod val="75000"/>
                              <a:lumOff val="25000"/>
                            </a:schemeClr>
                          </a:solidFill>
                          <a:latin typeface="微软雅黑" panose="020B0503020204020204" pitchFamily="34" charset="-122"/>
                          <a:ea typeface="微软雅黑" panose="020B0503020204020204" pitchFamily="34" charset="-122"/>
                        </a:rPr>
                        <a:t>(Hardware Data Breakpoint)。</a:t>
                      </a:r>
                      <a:r>
                        <a:rPr sz="1600" b="1" dirty="0" err="1">
                          <a:solidFill>
                            <a:schemeClr val="tx1">
                              <a:lumMod val="75000"/>
                              <a:lumOff val="25000"/>
                            </a:schemeClr>
                          </a:solidFill>
                          <a:latin typeface="微软雅黑" panose="020B0503020204020204" pitchFamily="34" charset="-122"/>
                          <a:ea typeface="微软雅黑" panose="020B0503020204020204" pitchFamily="34" charset="-122"/>
                        </a:rPr>
                        <a:t>该断点一旦设定，当CPU存取这个地址时，系统就会发生一个异常。这个功能广泛应用于调试定位内存写坏的错误</a:t>
                      </a:r>
                      <a:r>
                        <a:rPr sz="1600" b="1" dirty="0">
                          <a:solidFill>
                            <a:schemeClr val="tx1">
                              <a:lumMod val="75000"/>
                              <a:lumOff val="25000"/>
                            </a:schemeClr>
                          </a:solidFill>
                          <a:latin typeface="微软雅黑" panose="020B0503020204020204" pitchFamily="34" charset="-122"/>
                          <a:ea typeface="微软雅黑" panose="020B0503020204020204" pitchFamily="34" charset="-122"/>
                        </a:rPr>
                        <a:t>。</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06256">
                <a:tc>
                  <a:txBody>
                    <a:bodyPr/>
                    <a:lstStyle/>
                    <a:p>
                      <a:pPr indent="0" algn="ctr">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Register 28/29</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sz="1600" b="1" dirty="0" err="1">
                          <a:solidFill>
                            <a:schemeClr val="tx1">
                              <a:lumMod val="75000"/>
                              <a:lumOff val="25000"/>
                            </a:schemeClr>
                          </a:solidFill>
                          <a:latin typeface="微软雅黑" panose="020B0503020204020204" pitchFamily="34" charset="-122"/>
                          <a:ea typeface="微软雅黑" panose="020B0503020204020204" pitchFamily="34" charset="-122"/>
                        </a:rPr>
                        <a:t>TagLo和TagHi，用于高速缓存（Cache）管理</a:t>
                      </a:r>
                      <a:r>
                        <a:rPr sz="1600" b="1" dirty="0">
                          <a:solidFill>
                            <a:schemeClr val="tx1">
                              <a:lumMod val="75000"/>
                              <a:lumOff val="25000"/>
                            </a:schemeClr>
                          </a:solidFill>
                          <a:latin typeface="微软雅黑" panose="020B0503020204020204" pitchFamily="34" charset="-122"/>
                          <a:ea typeface="微软雅黑" panose="020B0503020204020204" pitchFamily="34" charset="-122"/>
                        </a:rPr>
                        <a:t>。</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1417833" y="1184953"/>
            <a:ext cx="7233007" cy="4226798"/>
          </a:xfrm>
          <a:prstGeom prst="rect">
            <a:avLst/>
          </a:prstGeom>
          <a:noFill/>
        </p:spPr>
        <p:txBody>
          <a:bodyPr wrap="square" lIns="72000" rIns="72000">
            <a:spAutoFit/>
          </a:bodyPr>
          <a:lstStyle/>
          <a:p>
            <a:pPr marL="285750" indent="-285750" fontAlgn="auto">
              <a:lnSpc>
                <a:spcPct val="150000"/>
              </a:lnSpc>
              <a:spcBef>
                <a:spcPts val="0"/>
              </a:spcBef>
              <a:spcAft>
                <a:spcPts val="0"/>
              </a:spcAft>
              <a:buFont typeface="Wingdings" panose="05000000000000000000" charset="0"/>
              <a:buChar char=""/>
              <a:defRPr/>
            </a:pPr>
            <a:r>
              <a:rPr lang="zh-CN" altLang="en-US" sz="1800" b="1" dirty="0">
                <a:solidFill>
                  <a:srgbClr val="04619D"/>
                </a:solidFill>
                <a:latin typeface="微软雅黑" panose="020B0503020204020204" pitchFamily="34" charset="-122"/>
                <a:ea typeface="微软雅黑" panose="020B0503020204020204" pitchFamily="34" charset="-122"/>
              </a:rPr>
              <a:t>Status</a:t>
            </a:r>
          </a:p>
          <a:p>
            <a:pPr marL="285750" indent="-285750" fontAlgn="auto">
              <a:lnSpc>
                <a:spcPct val="150000"/>
              </a:lnSpc>
              <a:spcBef>
                <a:spcPts val="0"/>
              </a:spcBef>
              <a:spcAft>
                <a:spcPts val="0"/>
              </a:spcAft>
              <a:buFont typeface="Wingdings" panose="05000000000000000000" charset="0"/>
              <a:buChar char=""/>
              <a:defRPr/>
            </a:pPr>
            <a:r>
              <a:rPr sz="1600" b="1" dirty="0">
                <a:solidFill>
                  <a:schemeClr val="tx1">
                    <a:lumMod val="75000"/>
                    <a:lumOff val="25000"/>
                  </a:schemeClr>
                </a:solidFill>
                <a:latin typeface="微软雅黑" panose="020B0503020204020204" pitchFamily="34" charset="-122"/>
                <a:ea typeface="微软雅黑" panose="020B0503020204020204" pitchFamily="34" charset="-122"/>
              </a:rPr>
              <a:t>这个寄存器标识了处理器的状态。其中，中断控制的8个IM位和设定处理器大小端的RE位。8个IM位，分别可以控制8个硬件中断源</a:t>
            </a:r>
            <a:r>
              <a:rPr sz="1600" b="1" dirty="0" smtClean="0">
                <a:solidFill>
                  <a:schemeClr val="tx1">
                    <a:lumMod val="75000"/>
                    <a:lumOff val="25000"/>
                  </a:schemeClr>
                </a:solidFill>
                <a:latin typeface="微软雅黑" panose="020B0503020204020204" pitchFamily="34" charset="-122"/>
                <a:ea typeface="微软雅黑" panose="020B0503020204020204" pitchFamily="34" charset="-122"/>
              </a:rPr>
              <a:t>。</a:t>
            </a:r>
            <a:r>
              <a:rPr lang="en-US" altLang="zh-CN" sz="1600" b="1" dirty="0" smtClean="0">
                <a:solidFill>
                  <a:schemeClr val="tx1">
                    <a:lumMod val="75000"/>
                    <a:lumOff val="25000"/>
                  </a:schemeClr>
                </a:solidFill>
                <a:latin typeface="微软雅黑" panose="020B0503020204020204" pitchFamily="34" charset="-122"/>
                <a:ea typeface="微软雅黑" panose="020B0503020204020204" pitchFamily="34" charset="-122"/>
              </a:rPr>
              <a:t>R</a:t>
            </a:r>
            <a:r>
              <a:rPr lang="en-US" sz="1600" b="1" dirty="0" smtClean="0">
                <a:solidFill>
                  <a:schemeClr val="tx1">
                    <a:lumMod val="75000"/>
                    <a:lumOff val="25000"/>
                  </a:schemeClr>
                </a:solidFill>
                <a:latin typeface="微软雅黑" panose="020B0503020204020204" pitchFamily="34" charset="-122"/>
                <a:ea typeface="微软雅黑" panose="020B0503020204020204" pitchFamily="34" charset="-122"/>
              </a:rPr>
              <a:t>E</a:t>
            </a:r>
            <a:r>
              <a:rPr lang="zh-CN" altLang="en-US" sz="1600" b="1" dirty="0">
                <a:solidFill>
                  <a:schemeClr val="tx1">
                    <a:lumMod val="75000"/>
                    <a:lumOff val="25000"/>
                  </a:schemeClr>
                </a:solidFill>
                <a:latin typeface="微软雅黑" panose="020B0503020204020204" pitchFamily="34" charset="-122"/>
                <a:ea typeface="微软雅黑" panose="020B0503020204020204" pitchFamily="34" charset="-122"/>
              </a:rPr>
              <a:t>位</a:t>
            </a:r>
            <a:r>
              <a:rPr sz="1600" b="1" dirty="0" err="1">
                <a:solidFill>
                  <a:schemeClr val="tx1">
                    <a:lumMod val="75000"/>
                    <a:lumOff val="25000"/>
                  </a:schemeClr>
                </a:solidFill>
                <a:latin typeface="微软雅黑" panose="020B0503020204020204" pitchFamily="34" charset="-122"/>
                <a:ea typeface="微软雅黑" panose="020B0503020204020204" pitchFamily="34" charset="-122"/>
              </a:rPr>
              <a:t>这个Bit可以让CPU在大端（Big</a:t>
            </a:r>
            <a:r>
              <a:rPr sz="1600" b="1" dirty="0">
                <a:solidFill>
                  <a:schemeClr val="tx1">
                    <a:lumMod val="75000"/>
                    <a:lumOff val="25000"/>
                  </a:schemeClr>
                </a:solidFill>
                <a:latin typeface="微软雅黑" panose="020B0503020204020204" pitchFamily="34" charset="-122"/>
                <a:ea typeface="微软雅黑" panose="020B0503020204020204" pitchFamily="34" charset="-122"/>
              </a:rPr>
              <a:t> </a:t>
            </a:r>
            <a:r>
              <a:rPr sz="1600" b="1" dirty="0" err="1">
                <a:solidFill>
                  <a:schemeClr val="tx1">
                    <a:lumMod val="75000"/>
                    <a:lumOff val="25000"/>
                  </a:schemeClr>
                </a:solidFill>
                <a:latin typeface="微软雅黑" panose="020B0503020204020204" pitchFamily="34" charset="-122"/>
                <a:ea typeface="微软雅黑" panose="020B0503020204020204" pitchFamily="34" charset="-122"/>
              </a:rPr>
              <a:t>Endian）和小端（Little</a:t>
            </a:r>
            <a:r>
              <a:rPr sz="1600" b="1" dirty="0">
                <a:solidFill>
                  <a:schemeClr val="tx1">
                    <a:lumMod val="75000"/>
                    <a:lumOff val="25000"/>
                  </a:schemeClr>
                </a:solidFill>
                <a:latin typeface="微软雅黑" panose="020B0503020204020204" pitchFamily="34" charset="-122"/>
                <a:ea typeface="微软雅黑" panose="020B0503020204020204" pitchFamily="34" charset="-122"/>
              </a:rPr>
              <a:t> </a:t>
            </a:r>
            <a:r>
              <a:rPr sz="1600" b="1" dirty="0" err="1">
                <a:solidFill>
                  <a:schemeClr val="tx1">
                    <a:lumMod val="75000"/>
                    <a:lumOff val="25000"/>
                  </a:schemeClr>
                </a:solidFill>
                <a:latin typeface="微软雅黑" panose="020B0503020204020204" pitchFamily="34" charset="-122"/>
                <a:ea typeface="微软雅黑" panose="020B0503020204020204" pitchFamily="34" charset="-122"/>
              </a:rPr>
              <a:t>Endian）之间切换</a:t>
            </a:r>
            <a:r>
              <a:rPr sz="1600" b="1" dirty="0" smtClean="0">
                <a:solidFill>
                  <a:schemeClr val="tx1">
                    <a:lumMod val="75000"/>
                    <a:lumOff val="25000"/>
                  </a:schemeClr>
                </a:solidFill>
                <a:latin typeface="微软雅黑" panose="020B0503020204020204" pitchFamily="34" charset="-122"/>
                <a:ea typeface="微软雅黑" panose="020B0503020204020204" pitchFamily="34" charset="-122"/>
              </a:rPr>
              <a:t>。</a:t>
            </a:r>
            <a:endParaRPr lang="en-US" sz="1600" b="1" dirty="0" smtClean="0">
              <a:solidFill>
                <a:schemeClr val="tx1">
                  <a:lumMod val="75000"/>
                  <a:lumOff val="25000"/>
                </a:schemeClr>
              </a:solidFill>
              <a:latin typeface="微软雅黑" panose="020B0503020204020204" pitchFamily="34" charset="-122"/>
              <a:ea typeface="微软雅黑" panose="020B0503020204020204" pitchFamily="34" charset="-122"/>
            </a:endParaRPr>
          </a:p>
          <a:p>
            <a:pPr fontAlgn="auto">
              <a:lnSpc>
                <a:spcPct val="150000"/>
              </a:lnSpc>
              <a:spcBef>
                <a:spcPts val="0"/>
              </a:spcBef>
              <a:spcAft>
                <a:spcPts val="0"/>
              </a:spcAft>
              <a:defRPr/>
            </a:pPr>
            <a:endParaRPr lang="en-US" altLang="zh-CN" sz="1800" b="1" dirty="0" smtClean="0">
              <a:solidFill>
                <a:srgbClr val="04619D"/>
              </a:solidFill>
              <a:latin typeface="微软雅黑" panose="020B0503020204020204" pitchFamily="34" charset="-122"/>
              <a:ea typeface="微软雅黑" panose="020B0503020204020204" pitchFamily="34" charset="-122"/>
            </a:endParaRPr>
          </a:p>
          <a:p>
            <a:pPr fontAlgn="auto">
              <a:lnSpc>
                <a:spcPct val="150000"/>
              </a:lnSpc>
              <a:spcBef>
                <a:spcPts val="0"/>
              </a:spcBef>
              <a:spcAft>
                <a:spcPts val="0"/>
              </a:spcAft>
              <a:defRPr/>
            </a:pPr>
            <a:endParaRPr lang="zh-CN" altLang="en-US" sz="1800" b="1" dirty="0">
              <a:solidFill>
                <a:srgbClr val="04619D"/>
              </a:solidFill>
              <a:latin typeface="微软雅黑" panose="020B0503020204020204" pitchFamily="34" charset="-122"/>
              <a:ea typeface="微软雅黑" panose="020B0503020204020204" pitchFamily="34" charset="-122"/>
            </a:endParaRPr>
          </a:p>
          <a:p>
            <a:pPr marL="285750" indent="-285750">
              <a:lnSpc>
                <a:spcPct val="150000"/>
              </a:lnSpc>
              <a:spcBef>
                <a:spcPts val="1000"/>
              </a:spcBef>
              <a:buFont typeface="Wingdings" panose="05000000000000000000" charset="0"/>
              <a:buChar char=""/>
              <a:defRPr/>
            </a:pPr>
            <a:r>
              <a:rPr lang="zh-CN" altLang="en-US" sz="1800" b="1" dirty="0">
                <a:solidFill>
                  <a:srgbClr val="04619D"/>
                </a:solidFill>
                <a:latin typeface="微软雅黑" panose="020B0503020204020204" pitchFamily="34" charset="-122"/>
                <a:ea typeface="微软雅黑" panose="020B0503020204020204" pitchFamily="34" charset="-122"/>
              </a:rPr>
              <a:t>Cause</a:t>
            </a:r>
          </a:p>
          <a:p>
            <a:pPr marL="285750" indent="-285750">
              <a:lnSpc>
                <a:spcPct val="150000"/>
              </a:lnSpc>
              <a:spcBef>
                <a:spcPts val="1000"/>
              </a:spcBef>
              <a:buFont typeface="Wingdings" panose="05000000000000000000" charset="0"/>
              <a:buChar char=""/>
              <a:defRPr/>
            </a:pPr>
            <a:r>
              <a:rPr sz="1600" b="1" dirty="0">
                <a:solidFill>
                  <a:schemeClr val="tx1">
                    <a:lumMod val="75000"/>
                    <a:lumOff val="25000"/>
                  </a:schemeClr>
                </a:solidFill>
                <a:latin typeface="微软雅黑" panose="020B0503020204020204" pitchFamily="34" charset="-122"/>
                <a:ea typeface="微软雅黑" panose="020B0503020204020204" pitchFamily="34" charset="-122"/>
              </a:rPr>
              <a:t> 在处理器异常发生时，这个寄存器标识出了异常的原因，如图7.1.2所示。其中，最重要的是从Bit2到Bit6，5个Bit的Excetion </a:t>
            </a:r>
            <a:r>
              <a:rPr sz="1600" b="1" dirty="0" err="1">
                <a:solidFill>
                  <a:schemeClr val="tx1">
                    <a:lumMod val="75000"/>
                    <a:lumOff val="25000"/>
                  </a:schemeClr>
                </a:solidFill>
                <a:latin typeface="微软雅黑" panose="020B0503020204020204" pitchFamily="34" charset="-122"/>
                <a:ea typeface="微软雅黑" panose="020B0503020204020204" pitchFamily="34" charset="-122"/>
              </a:rPr>
              <a:t>Code位。它们标识出了引起异常的原因。</a:t>
            </a:r>
            <a:r>
              <a:rPr sz="1600" b="1" dirty="0" err="1" smtClean="0">
                <a:solidFill>
                  <a:schemeClr val="tx1">
                    <a:lumMod val="75000"/>
                    <a:lumOff val="25000"/>
                  </a:schemeClr>
                </a:solidFill>
                <a:latin typeface="微软雅黑" panose="020B0503020204020204" pitchFamily="34" charset="-122"/>
                <a:ea typeface="微软雅黑" panose="020B0503020204020204" pitchFamily="34" charset="-122"/>
              </a:rPr>
              <a:t>具体数值代表的异常类型</a:t>
            </a:r>
            <a:r>
              <a:rPr sz="1600" b="1" dirty="0" smtClean="0">
                <a:solidFill>
                  <a:schemeClr val="tx1">
                    <a:lumMod val="75000"/>
                    <a:lumOff val="25000"/>
                  </a:schemeClr>
                </a:solidFill>
                <a:latin typeface="微软雅黑" panose="020B0503020204020204" pitchFamily="34" charset="-122"/>
                <a:ea typeface="微软雅黑" panose="020B0503020204020204" pitchFamily="34" charset="-122"/>
              </a:rPr>
              <a:t>。</a:t>
            </a:r>
            <a:endParaRPr sz="16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7266" name="标题 7265"/>
          <p:cNvSpPr>
            <a:spLocks noGrp="1"/>
          </p:cNvSpPr>
          <p:nvPr>
            <p:ph type="title"/>
          </p:nvPr>
        </p:nvSpPr>
        <p:spPr/>
        <p:txBody>
          <a:bodyPr/>
          <a:lstStyle/>
          <a:p>
            <a:pPr algn="l"/>
            <a:endParaRPr/>
          </a:p>
        </p:txBody>
      </p:sp>
      <p:pic>
        <p:nvPicPr>
          <p:cNvPr id="2" name="图片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3160" y="5411751"/>
            <a:ext cx="8332341" cy="696010"/>
          </a:xfrm>
          <a:prstGeom prst="rect">
            <a:avLst/>
          </a:prstGeom>
        </p:spPr>
      </p:pic>
      <p:pic>
        <p:nvPicPr>
          <p:cNvPr id="2058" name="Picture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1949" y="2794571"/>
            <a:ext cx="8463551" cy="9349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853440" y="1524000"/>
            <a:ext cx="7247255" cy="4133215"/>
          </a:xfrm>
          <a:prstGeom prst="rect">
            <a:avLst/>
          </a:prstGeom>
          <a:noFill/>
        </p:spPr>
        <p:txBody>
          <a:bodyPr wrap="square" lIns="72000" rIns="72000">
            <a:spAutoFit/>
          </a:bodyPr>
          <a:lstStyle/>
          <a:p>
            <a:pPr marL="285750" indent="-285750" fontAlgn="auto">
              <a:lnSpc>
                <a:spcPct val="150000"/>
              </a:lnSpc>
              <a:spcBef>
                <a:spcPts val="0"/>
              </a:spcBef>
              <a:spcAft>
                <a:spcPts val="0"/>
              </a:spcAft>
              <a:buFont typeface="Wingdings" panose="05000000000000000000" charset="0"/>
              <a:buChar char=""/>
              <a:defRPr/>
            </a:pPr>
            <a:r>
              <a:rPr lang="zh-CN" altLang="en-US" sz="2000" b="1" dirty="0">
                <a:solidFill>
                  <a:srgbClr val="04619D"/>
                </a:solidFill>
                <a:latin typeface="微软雅黑" panose="020B0503020204020204" pitchFamily="34" charset="-122"/>
                <a:ea typeface="微软雅黑" panose="020B0503020204020204" pitchFamily="34" charset="-122"/>
              </a:rPr>
              <a:t>EPC</a:t>
            </a:r>
          </a:p>
          <a:p>
            <a:pPr marL="285750" indent="-285750" fontAlgn="auto">
              <a:lnSpc>
                <a:spcPct val="150000"/>
              </a:lnSpc>
              <a:spcBef>
                <a:spcPts val="0"/>
              </a:spcBef>
              <a:spcAft>
                <a:spcPts val="0"/>
              </a:spcAft>
              <a:buFont typeface="Wingdings" panose="05000000000000000000" charset="0"/>
              <a:buChar char=""/>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这个寄存器的作用很简单，就是保存异常发生时的指令地址。从这个地方可以找到异常发生的指令，再结合BadVAddr, sp, ra等寄存器，就可以推导出异常时的程序调用关系，从而定位问题的根因。</a:t>
            </a:r>
          </a:p>
          <a:p>
            <a:pPr marL="0" indent="0" fontAlgn="auto">
              <a:lnSpc>
                <a:spcPct val="150000"/>
              </a:lnSpc>
              <a:spcBef>
                <a:spcPts val="0"/>
              </a:spcBef>
              <a:spcAft>
                <a:spcPts val="0"/>
              </a:spcAft>
              <a:buFont typeface="Wingdings" panose="05000000000000000000" charset="0"/>
              <a:buNone/>
              <a:defRPr/>
            </a:pPr>
            <a:endParaRPr lang="zh-CN" altLang="en-US" sz="1600" b="1" dirty="0">
              <a:solidFill>
                <a:schemeClr val="tx1">
                  <a:lumMod val="75000"/>
                  <a:lumOff val="25000"/>
                </a:schemeClr>
              </a:solidFill>
              <a:latin typeface="微软雅黑" panose="020B0503020204020204" pitchFamily="34" charset="-122"/>
              <a:ea typeface="微软雅黑" panose="020B0503020204020204" pitchFamily="34" charset="-122"/>
            </a:endParaRPr>
          </a:p>
          <a:p>
            <a:pPr marL="285750" indent="-285750">
              <a:lnSpc>
                <a:spcPct val="150000"/>
              </a:lnSpc>
              <a:spcBef>
                <a:spcPts val="1000"/>
              </a:spcBef>
              <a:buFont typeface="Wingdings" panose="05000000000000000000" charset="0"/>
              <a:buChar char=""/>
              <a:defRPr/>
            </a:pPr>
            <a:r>
              <a:rPr lang="zh-CN" altLang="en-US" sz="2000" b="1" dirty="0">
                <a:solidFill>
                  <a:srgbClr val="04619D"/>
                </a:solidFill>
                <a:latin typeface="微软雅黑" panose="020B0503020204020204" pitchFamily="34" charset="-122"/>
                <a:ea typeface="微软雅黑" panose="020B0503020204020204" pitchFamily="34" charset="-122"/>
              </a:rPr>
              <a:t>WatchLo/WatchHi</a:t>
            </a:r>
          </a:p>
          <a:p>
            <a:pPr marL="285750" indent="-285750">
              <a:lnSpc>
                <a:spcPct val="150000"/>
              </a:lnSpc>
              <a:spcBef>
                <a:spcPts val="1000"/>
              </a:spcBef>
              <a:buFont typeface="Wingdings" panose="05000000000000000000" charset="0"/>
              <a:buChar char=""/>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这一对寄存器可以用来设定“内存硬件断点”，也就是对指定点的内存进行监测。当访问的内存地址和这两个寄存器中地址一致时，会发生一个异常。</a:t>
            </a:r>
          </a:p>
        </p:txBody>
      </p:sp>
      <p:sp>
        <p:nvSpPr>
          <p:cNvPr id="7266" name="标题 7265"/>
          <p:cNvSpPr>
            <a:spLocks noGrp="1"/>
          </p:cNvSpPr>
          <p:nvPr>
            <p:ph type="title"/>
          </p:nvPr>
        </p:nvSpPr>
        <p:spPr/>
        <p:txBody>
          <a:bodyPr/>
          <a:lstStyle/>
          <a:p>
            <a:pPr algn="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948055" y="1929130"/>
            <a:ext cx="7661689" cy="2999740"/>
          </a:xfrm>
          <a:prstGeom prst="rect">
            <a:avLst/>
          </a:prstGeom>
          <a:noFill/>
        </p:spPr>
        <p:txBody>
          <a:bodyPr wrap="square" lIns="72000" rIns="72000">
            <a:spAutoFit/>
          </a:bodyPr>
          <a:lstStyle/>
          <a:p>
            <a:pPr marL="285750" indent="-285750" fontAlgn="auto">
              <a:lnSpc>
                <a:spcPct val="150000"/>
              </a:lnSpc>
              <a:spcBef>
                <a:spcPts val="0"/>
              </a:spcBef>
              <a:spcAft>
                <a:spcPts val="0"/>
              </a:spcAft>
              <a:buFont typeface="Wingdings" panose="05000000000000000000" charset="0"/>
              <a:buChar char=""/>
              <a:defRPr/>
            </a:pPr>
            <a:r>
              <a:rPr lang="zh-CN" altLang="en-US" sz="1800" b="1" dirty="0">
                <a:solidFill>
                  <a:schemeClr val="tx1"/>
                </a:solidFill>
                <a:latin typeface="微软雅黑" panose="020B0503020204020204" pitchFamily="34" charset="-122"/>
                <a:ea typeface="微软雅黑" panose="020B0503020204020204" pitchFamily="34" charset="-122"/>
              </a:rPr>
              <a:t>mfc0 rt, rd </a:t>
            </a:r>
            <a:r>
              <a:rPr lang="zh-CN" altLang="en-US" sz="1800" b="1" dirty="0" smtClean="0">
                <a:solidFill>
                  <a:schemeClr val="tx1"/>
                </a:solidFill>
                <a:latin typeface="微软雅黑" panose="020B0503020204020204" pitchFamily="34" charset="-122"/>
                <a:ea typeface="微软雅黑" panose="020B0503020204020204" pitchFamily="34" charset="-122"/>
              </a:rPr>
              <a:t>       将</a:t>
            </a:r>
            <a:r>
              <a:rPr lang="zh-CN" altLang="en-US" sz="1800" b="1" dirty="0">
                <a:solidFill>
                  <a:schemeClr val="tx1"/>
                </a:solidFill>
                <a:latin typeface="微软雅黑" panose="020B0503020204020204" pitchFamily="34" charset="-122"/>
                <a:ea typeface="微软雅黑" panose="020B0503020204020204" pitchFamily="34" charset="-122"/>
              </a:rPr>
              <a:t>CP0中的rd寄存器内容传输到rt通用寄存器； </a:t>
            </a:r>
          </a:p>
          <a:p>
            <a:pPr marL="285750" indent="-285750" fontAlgn="auto">
              <a:lnSpc>
                <a:spcPct val="150000"/>
              </a:lnSpc>
              <a:spcBef>
                <a:spcPts val="0"/>
              </a:spcBef>
              <a:spcAft>
                <a:spcPts val="0"/>
              </a:spcAft>
              <a:buFont typeface="Wingdings" panose="05000000000000000000" charset="0"/>
              <a:buChar char=""/>
              <a:defRPr/>
            </a:pPr>
            <a:endParaRPr lang="zh-CN" altLang="en-US" sz="1800" b="1" dirty="0">
              <a:solidFill>
                <a:schemeClr val="tx1"/>
              </a:solidFill>
              <a:latin typeface="微软雅黑" panose="020B0503020204020204" pitchFamily="34" charset="-122"/>
              <a:ea typeface="微软雅黑" panose="020B0503020204020204" pitchFamily="34" charset="-122"/>
            </a:endParaRPr>
          </a:p>
          <a:p>
            <a:pPr marL="285750" indent="-285750" fontAlgn="auto">
              <a:lnSpc>
                <a:spcPct val="150000"/>
              </a:lnSpc>
              <a:spcBef>
                <a:spcPts val="0"/>
              </a:spcBef>
              <a:spcAft>
                <a:spcPts val="0"/>
              </a:spcAft>
              <a:buFont typeface="Wingdings" panose="05000000000000000000" charset="0"/>
              <a:buChar char=""/>
              <a:defRPr/>
            </a:pPr>
            <a:r>
              <a:rPr lang="zh-CN" altLang="en-US" sz="1800" b="1" dirty="0">
                <a:solidFill>
                  <a:schemeClr val="tx1"/>
                </a:solidFill>
                <a:latin typeface="微软雅黑" panose="020B0503020204020204" pitchFamily="34" charset="-122"/>
                <a:ea typeface="微软雅黑" panose="020B0503020204020204" pitchFamily="34" charset="-122"/>
              </a:rPr>
              <a:t>mtc0 rt, rd </a:t>
            </a:r>
            <a:r>
              <a:rPr lang="zh-CN" altLang="en-US" sz="1800" b="1" dirty="0" smtClean="0">
                <a:solidFill>
                  <a:schemeClr val="tx1"/>
                </a:solidFill>
                <a:latin typeface="微软雅黑" panose="020B0503020204020204" pitchFamily="34" charset="-122"/>
                <a:ea typeface="微软雅黑" panose="020B0503020204020204" pitchFamily="34" charset="-122"/>
              </a:rPr>
              <a:t>       将</a:t>
            </a:r>
            <a:r>
              <a:rPr lang="zh-CN" altLang="en-US" sz="1800" b="1" dirty="0">
                <a:solidFill>
                  <a:schemeClr val="tx1"/>
                </a:solidFill>
                <a:latin typeface="微软雅黑" panose="020B0503020204020204" pitchFamily="34" charset="-122"/>
                <a:ea typeface="微软雅黑" panose="020B0503020204020204" pitchFamily="34" charset="-122"/>
              </a:rPr>
              <a:t>rt通用寄存器中内容传输到CP0中寄存器rd； </a:t>
            </a:r>
          </a:p>
          <a:p>
            <a:pPr marL="285750" indent="-285750" fontAlgn="auto">
              <a:lnSpc>
                <a:spcPct val="150000"/>
              </a:lnSpc>
              <a:spcBef>
                <a:spcPts val="0"/>
              </a:spcBef>
              <a:spcAft>
                <a:spcPts val="0"/>
              </a:spcAft>
              <a:buFont typeface="Wingdings" panose="05000000000000000000" charset="0"/>
              <a:buChar char=""/>
              <a:defRPr/>
            </a:pPr>
            <a:endParaRPr lang="zh-CN" altLang="en-US" sz="1800" b="1" dirty="0">
              <a:solidFill>
                <a:schemeClr val="tx1"/>
              </a:solidFill>
              <a:latin typeface="微软雅黑" panose="020B0503020204020204" pitchFamily="34" charset="-122"/>
              <a:ea typeface="微软雅黑" panose="020B0503020204020204" pitchFamily="34" charset="-122"/>
            </a:endParaRPr>
          </a:p>
          <a:p>
            <a:pPr marL="285750" indent="-285750" fontAlgn="auto">
              <a:lnSpc>
                <a:spcPct val="150000"/>
              </a:lnSpc>
              <a:spcBef>
                <a:spcPts val="0"/>
              </a:spcBef>
              <a:spcAft>
                <a:spcPts val="0"/>
              </a:spcAft>
              <a:buFont typeface="Wingdings" panose="05000000000000000000" charset="0"/>
              <a:buChar char=""/>
              <a:defRPr/>
            </a:pPr>
            <a:r>
              <a:rPr lang="zh-CN" altLang="en-US" sz="1800" b="1" dirty="0">
                <a:solidFill>
                  <a:schemeClr val="tx1"/>
                </a:solidFill>
                <a:latin typeface="微软雅黑" panose="020B0503020204020204" pitchFamily="34" charset="-122"/>
                <a:ea typeface="微软雅黑" panose="020B0503020204020204" pitchFamily="34" charset="-122"/>
              </a:rPr>
              <a:t>mfhi/mflo rt </a:t>
            </a:r>
            <a:r>
              <a:rPr lang="zh-CN" altLang="en-US" sz="1800" b="1" dirty="0" smtClean="0">
                <a:solidFill>
                  <a:schemeClr val="tx1"/>
                </a:solidFill>
                <a:latin typeface="微软雅黑" panose="020B0503020204020204" pitchFamily="34" charset="-122"/>
                <a:ea typeface="微软雅黑" panose="020B0503020204020204" pitchFamily="34" charset="-122"/>
              </a:rPr>
              <a:t>    将</a:t>
            </a:r>
            <a:r>
              <a:rPr lang="zh-CN" altLang="en-US" sz="1800" b="1" dirty="0">
                <a:solidFill>
                  <a:schemeClr val="tx1"/>
                </a:solidFill>
                <a:latin typeface="微软雅黑" panose="020B0503020204020204" pitchFamily="34" charset="-122"/>
                <a:ea typeface="微软雅黑" panose="020B0503020204020204" pitchFamily="34" charset="-122"/>
              </a:rPr>
              <a:t>CP0的hi/lo寄存器内容传输到rt通用寄存器中； </a:t>
            </a:r>
          </a:p>
          <a:p>
            <a:pPr marL="285750" indent="-285750" fontAlgn="auto">
              <a:lnSpc>
                <a:spcPct val="150000"/>
              </a:lnSpc>
              <a:spcBef>
                <a:spcPts val="0"/>
              </a:spcBef>
              <a:spcAft>
                <a:spcPts val="0"/>
              </a:spcAft>
              <a:buFont typeface="Wingdings" panose="05000000000000000000" charset="0"/>
              <a:buChar char=""/>
              <a:defRPr/>
            </a:pPr>
            <a:endParaRPr lang="zh-CN" altLang="en-US" sz="1800" b="1" dirty="0">
              <a:solidFill>
                <a:schemeClr val="tx1"/>
              </a:solidFill>
              <a:latin typeface="微软雅黑" panose="020B0503020204020204" pitchFamily="34" charset="-122"/>
              <a:ea typeface="微软雅黑" panose="020B0503020204020204" pitchFamily="34" charset="-122"/>
            </a:endParaRPr>
          </a:p>
          <a:p>
            <a:pPr marL="285750" indent="-285750" fontAlgn="auto">
              <a:lnSpc>
                <a:spcPct val="150000"/>
              </a:lnSpc>
              <a:spcBef>
                <a:spcPts val="0"/>
              </a:spcBef>
              <a:spcAft>
                <a:spcPts val="0"/>
              </a:spcAft>
              <a:buFont typeface="Wingdings" panose="05000000000000000000" charset="0"/>
              <a:buChar char=""/>
              <a:defRPr/>
            </a:pPr>
            <a:r>
              <a:rPr lang="zh-CN" altLang="en-US" sz="1800" b="1" dirty="0">
                <a:solidFill>
                  <a:schemeClr val="tx1"/>
                </a:solidFill>
                <a:latin typeface="微软雅黑" panose="020B0503020204020204" pitchFamily="34" charset="-122"/>
                <a:ea typeface="微软雅黑" panose="020B0503020204020204" pitchFamily="34" charset="-122"/>
              </a:rPr>
              <a:t>mthi/mtlo rt </a:t>
            </a:r>
            <a:r>
              <a:rPr lang="zh-CN" altLang="en-US" sz="1800" b="1" dirty="0" smtClean="0">
                <a:solidFill>
                  <a:schemeClr val="tx1"/>
                </a:solidFill>
                <a:latin typeface="微软雅黑" panose="020B0503020204020204" pitchFamily="34" charset="-122"/>
                <a:ea typeface="微软雅黑" panose="020B0503020204020204" pitchFamily="34" charset="-122"/>
              </a:rPr>
              <a:t>    将</a:t>
            </a:r>
            <a:r>
              <a:rPr lang="zh-CN" altLang="en-US" sz="1800" b="1" dirty="0">
                <a:solidFill>
                  <a:schemeClr val="tx1"/>
                </a:solidFill>
                <a:latin typeface="微软雅黑" panose="020B0503020204020204" pitchFamily="34" charset="-122"/>
                <a:ea typeface="微软雅黑" panose="020B0503020204020204" pitchFamily="34" charset="-122"/>
              </a:rPr>
              <a:t>rt通用寄存器内容传输到CP0的hi/lo寄存器中；</a:t>
            </a:r>
            <a:r>
              <a:rPr lang="zh-CN" altLang="en-US" sz="1800" b="1" dirty="0">
                <a:solidFill>
                  <a:srgbClr val="04619D"/>
                </a:solidFill>
                <a:latin typeface="微软雅黑" panose="020B0503020204020204" pitchFamily="34" charset="-122"/>
                <a:ea typeface="微软雅黑" panose="020B0503020204020204" pitchFamily="34" charset="-122"/>
              </a:rPr>
              <a:t> </a:t>
            </a:r>
            <a:endParaRPr sz="16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7266" name="标题 7265"/>
          <p:cNvSpPr>
            <a:spLocks noGrp="1"/>
          </p:cNvSpPr>
          <p:nvPr>
            <p:ph type="title"/>
          </p:nvPr>
        </p:nvSpPr>
        <p:spPr/>
        <p:txBody>
          <a:bodyPr/>
          <a:lstStyle/>
          <a:p>
            <a:pPr algn="l"/>
            <a:r>
              <a:rPr lang="en-US" altLang="zh-CN" b="1"/>
              <a:t>CP0</a:t>
            </a:r>
            <a:r>
              <a:rPr b="1"/>
              <a:t>主要操作</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948055" y="1439445"/>
            <a:ext cx="7826075" cy="4662815"/>
          </a:xfrm>
          <a:prstGeom prst="rect">
            <a:avLst/>
          </a:prstGeom>
          <a:noFill/>
        </p:spPr>
        <p:txBody>
          <a:bodyPr wrap="square" lIns="72000" rIns="72000">
            <a:spAutoFit/>
          </a:bodyPr>
          <a:lstStyle/>
          <a:p>
            <a:pPr marL="285750" indent="-285750" fontAlgn="auto">
              <a:lnSpc>
                <a:spcPct val="150000"/>
              </a:lnSpc>
              <a:spcBef>
                <a:spcPts val="0"/>
              </a:spcBef>
              <a:spcAft>
                <a:spcPts val="0"/>
              </a:spcAft>
              <a:buFont typeface="Wingdings" panose="05000000000000000000" charset="0"/>
              <a:buChar char=""/>
              <a:defRPr/>
            </a:pPr>
            <a:r>
              <a:rPr lang="zh-CN" altLang="en-US" sz="1800" b="1" dirty="0">
                <a:solidFill>
                  <a:schemeClr val="tx1"/>
                </a:solidFill>
                <a:latin typeface="微软雅黑" panose="020B0503020204020204" pitchFamily="34" charset="-122"/>
                <a:ea typeface="微软雅黑" panose="020B0503020204020204" pitchFamily="34" charset="-122"/>
              </a:rPr>
              <a:t>MIPS体系结构是一个无互锁，高度流水的五级pipeline架构，这就意味着，前一条指令如果尚未执行完，后一条指令有可能已经进入了取指令/译码阶段。这样，就有可能发生所谓的CP0冒险（CP0 Hazard）现象。简单地说，就是mfc和mtc指令的执行速度是比较慢的，因此，开始执行完下一条指令时，有可能CP0寄存器的值尚未最后传输到指定的目标通用寄存器中。此时，如果读取该通用寄存器，有可能并未得到正确的值。</a:t>
            </a:r>
            <a:r>
              <a:rPr lang="zh-CN" altLang="en-US" sz="1800" b="1" dirty="0">
                <a:solidFill>
                  <a:srgbClr val="04619D"/>
                </a:solidFill>
                <a:latin typeface="微软雅黑" panose="020B0503020204020204" pitchFamily="34" charset="-122"/>
                <a:ea typeface="微软雅黑" panose="020B0503020204020204" pitchFamily="34" charset="-122"/>
              </a:rPr>
              <a:t> </a:t>
            </a:r>
            <a:r>
              <a:rPr lang="zh-CN" altLang="en-US" sz="1800" b="1" dirty="0">
                <a:solidFill>
                  <a:schemeClr val="tx1"/>
                </a:solidFill>
                <a:latin typeface="微软雅黑" panose="020B0503020204020204" pitchFamily="34" charset="-122"/>
                <a:ea typeface="微软雅黑" panose="020B0503020204020204" pitchFamily="34" charset="-122"/>
              </a:rPr>
              <a:t>这就是所谓的CP0冒险现象</a:t>
            </a:r>
            <a:r>
              <a:rPr lang="zh-CN" altLang="en-US" sz="1800" b="1" dirty="0" smtClean="0">
                <a:solidFill>
                  <a:schemeClr val="tx1"/>
                </a:solidFill>
                <a:latin typeface="微软雅黑" panose="020B0503020204020204" pitchFamily="34" charset="-122"/>
                <a:ea typeface="微软雅黑" panose="020B0503020204020204" pitchFamily="34" charset="-122"/>
              </a:rPr>
              <a:t>。</a:t>
            </a:r>
            <a:endParaRPr lang="en-US" altLang="zh-CN" sz="1800" b="1" dirty="0" smtClean="0">
              <a:solidFill>
                <a:schemeClr val="tx1"/>
              </a:solidFill>
              <a:latin typeface="微软雅黑" panose="020B0503020204020204" pitchFamily="34" charset="-122"/>
              <a:ea typeface="微软雅黑" panose="020B0503020204020204" pitchFamily="34" charset="-122"/>
            </a:endParaRPr>
          </a:p>
          <a:p>
            <a:pPr marL="285750" indent="-285750" fontAlgn="auto">
              <a:lnSpc>
                <a:spcPct val="150000"/>
              </a:lnSpc>
              <a:spcBef>
                <a:spcPts val="0"/>
              </a:spcBef>
              <a:spcAft>
                <a:spcPts val="0"/>
              </a:spcAft>
              <a:buFont typeface="Wingdings" panose="05000000000000000000" charset="0"/>
              <a:buChar char=""/>
              <a:defRPr/>
            </a:pPr>
            <a:endParaRPr lang="zh-CN" altLang="en-US" sz="1800" b="1" dirty="0">
              <a:solidFill>
                <a:schemeClr val="tx1"/>
              </a:solidFill>
              <a:latin typeface="微软雅黑" panose="020B0503020204020204" pitchFamily="34" charset="-122"/>
              <a:ea typeface="微软雅黑" panose="020B0503020204020204" pitchFamily="34" charset="-122"/>
            </a:endParaRPr>
          </a:p>
          <a:p>
            <a:pPr marL="285750" indent="-285750" fontAlgn="auto">
              <a:lnSpc>
                <a:spcPct val="150000"/>
              </a:lnSpc>
              <a:spcBef>
                <a:spcPts val="0"/>
              </a:spcBef>
              <a:spcAft>
                <a:spcPts val="0"/>
              </a:spcAft>
              <a:buFont typeface="Wingdings" panose="05000000000000000000" charset="0"/>
              <a:buChar char=""/>
              <a:defRPr/>
            </a:pPr>
            <a:r>
              <a:rPr lang="zh-CN" altLang="en-US" sz="1800" b="1" dirty="0">
                <a:solidFill>
                  <a:schemeClr val="tx1"/>
                </a:solidFill>
                <a:latin typeface="微软雅黑" panose="020B0503020204020204" pitchFamily="34" charset="-122"/>
                <a:ea typeface="微软雅黑" panose="020B0503020204020204" pitchFamily="34" charset="-122"/>
              </a:rPr>
              <a:t>为了避免CP0冒险，我们在编程时需要在CP0操作指令的后面加上一条与前一条指令的目的通用寄存器无关的指令，也就是所谓的延迟槽（delay slot）。如果对性能不敏感，可以考虑用一条nop空操作指令填充延迟槽。</a:t>
            </a:r>
          </a:p>
        </p:txBody>
      </p:sp>
      <p:sp>
        <p:nvSpPr>
          <p:cNvPr id="7266" name="标题 7265"/>
          <p:cNvSpPr>
            <a:spLocks noGrp="1"/>
          </p:cNvSpPr>
          <p:nvPr>
            <p:ph type="title"/>
          </p:nvPr>
        </p:nvSpPr>
        <p:spPr/>
        <p:txBody>
          <a:bodyPr/>
          <a:lstStyle/>
          <a:p>
            <a:pPr algn="l"/>
            <a:r>
              <a:rPr lang="en-US" altLang="zh-CN" b="1"/>
              <a:t>CP0</a:t>
            </a:r>
            <a:r>
              <a:rPr b="1"/>
              <a:t>冒险现象</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853440" y="1524000"/>
            <a:ext cx="7247255" cy="4939030"/>
          </a:xfrm>
          <a:prstGeom prst="rect">
            <a:avLst/>
          </a:prstGeom>
          <a:noFill/>
        </p:spPr>
        <p:txBody>
          <a:bodyPr wrap="square" lIns="72000" rIns="72000">
            <a:spAutoFit/>
          </a:bodyPr>
          <a:lstStyle/>
          <a:p>
            <a:pPr marL="285750" indent="-285750" fontAlgn="auto">
              <a:lnSpc>
                <a:spcPct val="150000"/>
              </a:lnSpc>
              <a:spcBef>
                <a:spcPts val="0"/>
              </a:spcBef>
              <a:spcAft>
                <a:spcPts val="0"/>
              </a:spcAft>
              <a:buFont typeface="Wingdings" panose="05000000000000000000" charset="0"/>
              <a:buChar char=""/>
              <a:defRPr/>
            </a:pPr>
            <a:r>
              <a:rPr lang="zh-CN" altLang="en-US" sz="1800" b="1" dirty="0">
                <a:solidFill>
                  <a:srgbClr val="04619D"/>
                </a:solidFill>
                <a:latin typeface="微软雅黑" panose="020B0503020204020204" pitchFamily="34" charset="-122"/>
                <a:ea typeface="微软雅黑" panose="020B0503020204020204" pitchFamily="34" charset="-122"/>
              </a:rPr>
              <a:t>MIPS异常</a:t>
            </a:r>
          </a:p>
          <a:p>
            <a:pPr marL="285750" indent="-285750" fontAlgn="auto">
              <a:lnSpc>
                <a:spcPct val="150000"/>
              </a:lnSpc>
              <a:spcBef>
                <a:spcPts val="0"/>
              </a:spcBef>
              <a:spcAft>
                <a:spcPts val="0"/>
              </a:spcAft>
              <a:buFont typeface="Wingdings" panose="05000000000000000000" charset="0"/>
              <a:buChar char=""/>
              <a:defRPr/>
            </a:pPr>
            <a:r>
              <a:rPr sz="1600" b="1" dirty="0" err="1">
                <a:solidFill>
                  <a:schemeClr val="tx1">
                    <a:lumMod val="75000"/>
                    <a:lumOff val="25000"/>
                  </a:schemeClr>
                </a:solidFill>
                <a:latin typeface="微软雅黑" panose="020B0503020204020204" pitchFamily="34" charset="-122"/>
                <a:ea typeface="微软雅黑" panose="020B0503020204020204" pitchFamily="34" charset="-122"/>
              </a:rPr>
              <a:t>在MIPS中，中断、陷阱、系统调用和任何可以中断程序正常执行流的情况都称之为异常</a:t>
            </a:r>
            <a:r>
              <a:rPr sz="1600" b="1" dirty="0">
                <a:solidFill>
                  <a:schemeClr val="tx1">
                    <a:lumMod val="75000"/>
                    <a:lumOff val="25000"/>
                  </a:schemeClr>
                </a:solidFill>
                <a:latin typeface="微软雅黑" panose="020B0503020204020204" pitchFamily="34" charset="-122"/>
                <a:ea typeface="微软雅黑" panose="020B0503020204020204" pitchFamily="34" charset="-122"/>
              </a:rPr>
              <a:t>。</a:t>
            </a:r>
          </a:p>
          <a:p>
            <a:pPr marL="285750" indent="-285750" fontAlgn="auto">
              <a:lnSpc>
                <a:spcPct val="150000"/>
              </a:lnSpc>
              <a:spcBef>
                <a:spcPts val="0"/>
              </a:spcBef>
              <a:spcAft>
                <a:spcPts val="0"/>
              </a:spcAft>
              <a:buFont typeface="Wingdings" panose="05000000000000000000" charset="0"/>
              <a:buChar char=""/>
              <a:defRPr/>
            </a:pPr>
            <a:r>
              <a:rPr lang="zh-CN" sz="1600" b="1" dirty="0">
                <a:solidFill>
                  <a:schemeClr val="tx1">
                    <a:lumMod val="75000"/>
                    <a:lumOff val="25000"/>
                  </a:schemeClr>
                </a:solidFill>
                <a:latin typeface="微软雅黑" panose="020B0503020204020204" pitchFamily="34" charset="-122"/>
                <a:ea typeface="微软雅黑" panose="020B0503020204020204" pitchFamily="34" charset="-122"/>
              </a:rPr>
              <a:t>精确异常：在引发异常的指令执行时，后面一条指令已经完成了读取和译码的预备工作，当异常产生时，这些预备工作被废弃，CPU从异常中返回时，再重新做读取和译码的工作。</a:t>
            </a:r>
          </a:p>
          <a:p>
            <a:pPr marL="285750" indent="-285750" fontAlgn="auto">
              <a:lnSpc>
                <a:spcPct val="150000"/>
              </a:lnSpc>
              <a:spcBef>
                <a:spcPts val="0"/>
              </a:spcBef>
              <a:spcAft>
                <a:spcPts val="0"/>
              </a:spcAft>
              <a:buFont typeface="Wingdings" panose="05000000000000000000" charset="0"/>
              <a:buChar char=""/>
              <a:defRPr/>
            </a:pPr>
            <a:r>
              <a:rPr lang="zh-CN" sz="1600" b="1" dirty="0">
                <a:solidFill>
                  <a:schemeClr val="tx1">
                    <a:lumMod val="75000"/>
                    <a:lumOff val="25000"/>
                  </a:schemeClr>
                </a:solidFill>
                <a:latin typeface="微软雅黑" panose="020B0503020204020204" pitchFamily="34" charset="-122"/>
                <a:ea typeface="微软雅黑" panose="020B0503020204020204" pitchFamily="34" charset="-122"/>
              </a:rPr>
              <a:t>MIPS对异常的处理是给异常分配一些类型，然后由软件给它们定义一些优先级，然后由同一个入口进入异常分配程序，在分配程序中根据类型及优先级确定该执行哪个对应的函数。</a:t>
            </a:r>
          </a:p>
          <a:p>
            <a:pPr marL="285750" indent="-285750" fontAlgn="auto">
              <a:lnSpc>
                <a:spcPct val="150000"/>
              </a:lnSpc>
              <a:spcBef>
                <a:spcPts val="0"/>
              </a:spcBef>
              <a:spcAft>
                <a:spcPts val="0"/>
              </a:spcAft>
              <a:buFont typeface="Wingdings" panose="05000000000000000000" charset="0"/>
              <a:buChar char=""/>
              <a:defRPr/>
            </a:pPr>
            <a:r>
              <a:rPr lang="zh-CN" sz="1600" b="1" dirty="0">
                <a:solidFill>
                  <a:schemeClr val="tx1">
                    <a:lumMod val="75000"/>
                    <a:lumOff val="25000"/>
                  </a:schemeClr>
                </a:solidFill>
                <a:latin typeface="微软雅黑" panose="020B0503020204020204" pitchFamily="34" charset="-122"/>
                <a:ea typeface="微软雅黑" panose="020B0503020204020204" pitchFamily="34" charset="-122"/>
              </a:rPr>
              <a:t>CP0中的EPC寄存器用于指向异常发生时指令跳转前的执行位置，一般是被中断指令地址。当异常时，是返回这个地址继续执行。但如果被中断指令在分支延迟槽中，则会硬件自动处理使EPC往回指一条指令，即分支指令。在重新执行分支指令时，分支延迟槽中的指令会被再执行一次。</a:t>
            </a:r>
          </a:p>
        </p:txBody>
      </p:sp>
      <p:sp>
        <p:nvSpPr>
          <p:cNvPr id="7266" name="标题 7265"/>
          <p:cNvSpPr>
            <a:spLocks noGrp="1"/>
          </p:cNvSpPr>
          <p:nvPr>
            <p:ph type="title"/>
          </p:nvPr>
        </p:nvSpPr>
        <p:spPr/>
        <p:txBody>
          <a:bodyPr/>
          <a:lstStyle/>
          <a:p>
            <a:pPr algn="l"/>
            <a:r>
              <a:rPr b="1"/>
              <a:t>7.1.4 MIPS CPU中断机制</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853440" y="1524000"/>
            <a:ext cx="7247255" cy="5815965"/>
          </a:xfrm>
          <a:prstGeom prst="rect">
            <a:avLst/>
          </a:prstGeom>
          <a:noFill/>
        </p:spPr>
        <p:txBody>
          <a:bodyPr wrap="square" lIns="72000" rIns="72000">
            <a:spAutoFit/>
          </a:bodyPr>
          <a:lstStyle/>
          <a:p>
            <a:pPr marL="285750" indent="-285750" fontAlgn="auto">
              <a:lnSpc>
                <a:spcPct val="150000"/>
              </a:lnSpc>
              <a:spcBef>
                <a:spcPts val="0"/>
              </a:spcBef>
              <a:spcAft>
                <a:spcPts val="0"/>
              </a:spcAft>
              <a:buFont typeface="Wingdings" panose="05000000000000000000" charset="0"/>
              <a:buChar char=""/>
              <a:defRPr/>
            </a:pPr>
            <a:r>
              <a:rPr lang="en-US" altLang="zh-CN" b="1" dirty="0">
                <a:solidFill>
                  <a:schemeClr val="tx1">
                    <a:lumMod val="75000"/>
                    <a:lumOff val="25000"/>
                  </a:schemeClr>
                </a:solidFill>
                <a:latin typeface="微软雅黑" panose="020B0503020204020204" pitchFamily="34" charset="-122"/>
                <a:ea typeface="微软雅黑" panose="020B0503020204020204" pitchFamily="34" charset="-122"/>
              </a:rPr>
              <a:t>MIPS</a:t>
            </a:r>
            <a:r>
              <a:rPr lang="zh-CN" b="1" dirty="0">
                <a:solidFill>
                  <a:schemeClr val="tx1">
                    <a:lumMod val="75000"/>
                    <a:lumOff val="25000"/>
                  </a:schemeClr>
                </a:solidFill>
                <a:latin typeface="微软雅黑" panose="020B0503020204020204" pitchFamily="34" charset="-122"/>
                <a:ea typeface="微软雅黑" panose="020B0503020204020204" pitchFamily="34" charset="-122"/>
              </a:rPr>
              <a:t>异常处理步骤</a:t>
            </a:r>
          </a:p>
          <a:p>
            <a:pPr marL="342900" indent="-342900" fontAlgn="auto">
              <a:lnSpc>
                <a:spcPct val="150000"/>
              </a:lnSpc>
              <a:spcBef>
                <a:spcPts val="0"/>
              </a:spcBef>
              <a:spcAft>
                <a:spcPts val="0"/>
              </a:spcAft>
              <a:buFont typeface="+mj-ea"/>
              <a:buAutoNum type="circleNumDbPlain"/>
              <a:defRPr/>
            </a:pPr>
            <a:r>
              <a:rPr lang="zh-CN" b="1" dirty="0">
                <a:solidFill>
                  <a:schemeClr val="tx1">
                    <a:lumMod val="75000"/>
                    <a:lumOff val="25000"/>
                  </a:schemeClr>
                </a:solidFill>
                <a:latin typeface="微软雅黑" panose="020B0503020204020204" pitchFamily="34" charset="-122"/>
                <a:ea typeface="微软雅黑" panose="020B0503020204020204" pitchFamily="34" charset="-122"/>
              </a:rPr>
              <a:t>设置EPC，指向返回的位置</a:t>
            </a:r>
          </a:p>
          <a:p>
            <a:pPr marL="342900" indent="-342900" fontAlgn="auto">
              <a:lnSpc>
                <a:spcPct val="150000"/>
              </a:lnSpc>
              <a:spcBef>
                <a:spcPts val="0"/>
              </a:spcBef>
              <a:spcAft>
                <a:spcPts val="0"/>
              </a:spcAft>
              <a:buFont typeface="+mj-ea"/>
              <a:buAutoNum type="circleNumDbPlain"/>
              <a:defRPr/>
            </a:pPr>
            <a:r>
              <a:rPr lang="zh-CN" b="1" dirty="0" smtClean="0">
                <a:solidFill>
                  <a:schemeClr val="tx1">
                    <a:lumMod val="75000"/>
                    <a:lumOff val="25000"/>
                  </a:schemeClr>
                </a:solidFill>
                <a:latin typeface="微软雅黑" panose="020B0503020204020204" pitchFamily="34" charset="-122"/>
                <a:ea typeface="微软雅黑" panose="020B0503020204020204" pitchFamily="34" charset="-122"/>
              </a:rPr>
              <a:t>设置</a:t>
            </a:r>
            <a:r>
              <a:rPr lang="en-US" altLang="zh-CN" b="1" dirty="0">
                <a:solidFill>
                  <a:schemeClr val="tx1">
                    <a:lumMod val="75000"/>
                    <a:lumOff val="25000"/>
                  </a:schemeClr>
                </a:solidFill>
                <a:latin typeface="微软雅黑" panose="020B0503020204020204" pitchFamily="34" charset="-122"/>
                <a:ea typeface="微软雅黑" panose="020B0503020204020204" pitchFamily="34" charset="-122"/>
              </a:rPr>
              <a:t>Status</a:t>
            </a:r>
            <a:r>
              <a:rPr lang="zh-CN" b="1" dirty="0" smtClean="0">
                <a:solidFill>
                  <a:schemeClr val="tx1">
                    <a:lumMod val="75000"/>
                    <a:lumOff val="25000"/>
                  </a:schemeClr>
                </a:solidFill>
                <a:latin typeface="微软雅黑" panose="020B0503020204020204" pitchFamily="34" charset="-122"/>
                <a:ea typeface="微软雅黑" panose="020B0503020204020204" pitchFamily="34" charset="-122"/>
              </a:rPr>
              <a:t>寄存器</a:t>
            </a:r>
            <a:r>
              <a:rPr lang="zh-CN" b="1" dirty="0">
                <a:solidFill>
                  <a:schemeClr val="tx1">
                    <a:lumMod val="75000"/>
                    <a:lumOff val="25000"/>
                  </a:schemeClr>
                </a:solidFill>
                <a:latin typeface="微软雅黑" panose="020B0503020204020204" pitchFamily="34" charset="-122"/>
                <a:ea typeface="微软雅黑" panose="020B0503020204020204" pitchFamily="34" charset="-122"/>
              </a:rPr>
              <a:t>，EXL位迫使CPU进入内核模式（高特权级）并且禁用中断</a:t>
            </a:r>
          </a:p>
          <a:p>
            <a:pPr marL="342900" indent="-342900" fontAlgn="auto">
              <a:lnSpc>
                <a:spcPct val="150000"/>
              </a:lnSpc>
              <a:spcBef>
                <a:spcPts val="0"/>
              </a:spcBef>
              <a:spcAft>
                <a:spcPts val="0"/>
              </a:spcAft>
              <a:buFont typeface="+mj-ea"/>
              <a:buAutoNum type="circleNumDbPlain"/>
              <a:defRPr/>
            </a:pPr>
            <a:r>
              <a:rPr lang="zh-CN" b="1" dirty="0">
                <a:solidFill>
                  <a:schemeClr val="tx1">
                    <a:lumMod val="75000"/>
                    <a:lumOff val="25000"/>
                  </a:schemeClr>
                </a:solidFill>
                <a:latin typeface="微软雅黑" panose="020B0503020204020204" pitchFamily="34" charset="-122"/>
                <a:ea typeface="微软雅黑" panose="020B0503020204020204" pitchFamily="34" charset="-122"/>
              </a:rPr>
              <a:t>设置Cause寄存器，使得软件能看到异常原因。地址异常时，也要设置BadVAddr寄存器，存储管理系统异常还要设置一些MMU寄存器。</a:t>
            </a:r>
          </a:p>
          <a:p>
            <a:pPr marL="342900" indent="-342900" fontAlgn="auto">
              <a:lnSpc>
                <a:spcPct val="150000"/>
              </a:lnSpc>
              <a:spcBef>
                <a:spcPts val="0"/>
              </a:spcBef>
              <a:spcAft>
                <a:spcPts val="0"/>
              </a:spcAft>
              <a:buFont typeface="+mj-ea"/>
              <a:buAutoNum type="circleNumDbPlain"/>
              <a:defRPr/>
            </a:pPr>
            <a:r>
              <a:rPr lang="zh-CN" b="1" dirty="0">
                <a:solidFill>
                  <a:schemeClr val="tx1">
                    <a:lumMod val="75000"/>
                    <a:lumOff val="25000"/>
                  </a:schemeClr>
                </a:solidFill>
                <a:latin typeface="微软雅黑" panose="020B0503020204020204" pitchFamily="34" charset="-122"/>
                <a:ea typeface="微软雅黑" panose="020B0503020204020204" pitchFamily="34" charset="-122"/>
              </a:rPr>
              <a:t>CPU从异常入口点取指令执行。</a:t>
            </a:r>
          </a:p>
          <a:p>
            <a:pPr marL="0" indent="0" fontAlgn="auto">
              <a:lnSpc>
                <a:spcPct val="150000"/>
              </a:lnSpc>
              <a:spcBef>
                <a:spcPts val="0"/>
              </a:spcBef>
              <a:spcAft>
                <a:spcPts val="0"/>
              </a:spcAft>
              <a:buFont typeface="Wingdings" panose="05000000000000000000" charset="0"/>
              <a:buNone/>
              <a:defRPr/>
            </a:pPr>
            <a:endParaRPr lang="zh-CN" altLang="zh-CN" sz="2800" b="1"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a:p>
            <a:pPr marL="0" indent="0" fontAlgn="auto">
              <a:lnSpc>
                <a:spcPct val="150000"/>
              </a:lnSpc>
              <a:spcBef>
                <a:spcPts val="0"/>
              </a:spcBef>
              <a:spcAft>
                <a:spcPts val="0"/>
              </a:spcAft>
              <a:buFont typeface="Wingdings" panose="05000000000000000000" charset="0"/>
              <a:buNone/>
              <a:defRPr/>
            </a:pPr>
            <a:endParaRPr lang="zh-CN" altLang="zh-CN" sz="2800" b="1"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7266" name="标题 7265"/>
          <p:cNvSpPr>
            <a:spLocks noGrp="1"/>
          </p:cNvSpPr>
          <p:nvPr>
            <p:ph type="title"/>
          </p:nvPr>
        </p:nvSpPr>
        <p:spPr/>
        <p:txBody>
          <a:bodyPr/>
          <a:lstStyle/>
          <a:p>
            <a:pPr algn="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853440" y="1524000"/>
            <a:ext cx="7247255" cy="4707890"/>
          </a:xfrm>
          <a:prstGeom prst="rect">
            <a:avLst/>
          </a:prstGeom>
          <a:noFill/>
        </p:spPr>
        <p:txBody>
          <a:bodyPr wrap="square" lIns="72000" rIns="72000">
            <a:spAutoFit/>
          </a:bodyPr>
          <a:lstStyle/>
          <a:p>
            <a:pPr marL="285750" indent="-285750" fontAlgn="auto">
              <a:lnSpc>
                <a:spcPct val="150000"/>
              </a:lnSpc>
              <a:spcBef>
                <a:spcPts val="0"/>
              </a:spcBef>
              <a:spcAft>
                <a:spcPts val="0"/>
              </a:spcAft>
              <a:buFont typeface="Wingdings" panose="05000000000000000000" charset="0"/>
              <a:buChar char=""/>
              <a:defRPr/>
            </a:pPr>
            <a:r>
              <a:rPr lang="en-US" altLang="zh-CN" sz="20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MIPS</a:t>
            </a:r>
            <a:r>
              <a:rPr lang="zh-CN" sz="20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异常处理例程</a:t>
            </a:r>
          </a:p>
          <a:p>
            <a:pPr marL="342900" indent="-342900" fontAlgn="auto">
              <a:lnSpc>
                <a:spcPct val="150000"/>
              </a:lnSpc>
              <a:spcBef>
                <a:spcPts val="0"/>
              </a:spcBef>
              <a:spcAft>
                <a:spcPts val="0"/>
              </a:spcAft>
              <a:buFont typeface="+mj-ea"/>
              <a:buAutoNum type="circleNumDbPlain"/>
              <a:defRPr/>
            </a:pPr>
            <a:r>
              <a:rPr lang="en-US" altLang="zh-CN" sz="2000" b="1" dirty="0" err="1">
                <a:solidFill>
                  <a:schemeClr val="tx1">
                    <a:lumMod val="75000"/>
                    <a:lumOff val="25000"/>
                  </a:schemeClr>
                </a:solidFill>
                <a:latin typeface="微软雅黑" panose="020B0503020204020204" pitchFamily="34" charset="-122"/>
                <a:ea typeface="微软雅黑" panose="020B0503020204020204" pitchFamily="34" charset="-122"/>
                <a:sym typeface="+mn-ea"/>
              </a:rPr>
              <a:t>保存现场：在异常处理例程入口，需要保护被中断的程序的现场，存储寄存器的状态，保证关键状态不被覆盖</a:t>
            </a:r>
            <a:r>
              <a:rPr lang="en-US" altLang="zh-CN" sz="20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a:t>
            </a:r>
          </a:p>
          <a:p>
            <a:pPr marL="342900" indent="-342900" fontAlgn="auto">
              <a:lnSpc>
                <a:spcPct val="150000"/>
              </a:lnSpc>
              <a:spcBef>
                <a:spcPts val="0"/>
              </a:spcBef>
              <a:spcAft>
                <a:spcPts val="0"/>
              </a:spcAft>
              <a:buFont typeface="+mj-ea"/>
              <a:buAutoNum type="circleNumDbPlain"/>
              <a:defRPr/>
            </a:pPr>
            <a:r>
              <a:rPr lang="en-US" altLang="zh-CN" sz="2000" b="1" dirty="0" err="1">
                <a:solidFill>
                  <a:schemeClr val="tx1">
                    <a:lumMod val="75000"/>
                    <a:lumOff val="25000"/>
                  </a:schemeClr>
                </a:solidFill>
                <a:latin typeface="微软雅黑" panose="020B0503020204020204" pitchFamily="34" charset="-122"/>
                <a:ea typeface="微软雅黑" panose="020B0503020204020204" pitchFamily="34" charset="-122"/>
                <a:sym typeface="+mn-ea"/>
              </a:rPr>
              <a:t>处理异常：根据Cause：ExcCode确定发生了什么类型的异常，完成想要做的任何事情</a:t>
            </a:r>
            <a:r>
              <a:rPr lang="en-US" altLang="zh-CN" sz="20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a:t>
            </a:r>
          </a:p>
          <a:p>
            <a:pPr marL="342900" indent="-342900" fontAlgn="auto">
              <a:lnSpc>
                <a:spcPct val="150000"/>
              </a:lnSpc>
              <a:spcBef>
                <a:spcPts val="0"/>
              </a:spcBef>
              <a:spcAft>
                <a:spcPts val="0"/>
              </a:spcAft>
              <a:buFont typeface="+mj-ea"/>
              <a:buAutoNum type="circleNumDbPlain"/>
              <a:defRPr/>
            </a:pPr>
            <a:r>
              <a:rPr lang="en-US" altLang="zh-CN" sz="2000" b="1" dirty="0" err="1">
                <a:solidFill>
                  <a:schemeClr val="tx1">
                    <a:lumMod val="75000"/>
                    <a:lumOff val="25000"/>
                  </a:schemeClr>
                </a:solidFill>
                <a:latin typeface="微软雅黑" panose="020B0503020204020204" pitchFamily="34" charset="-122"/>
                <a:ea typeface="微软雅黑" panose="020B0503020204020204" pitchFamily="34" charset="-122"/>
                <a:sym typeface="+mn-ea"/>
              </a:rPr>
              <a:t>准备返回：恢复现场，修改SR，设置成安全模式（内核态，禁止异常</a:t>
            </a:r>
            <a:r>
              <a:rPr lang="en-US" altLang="zh-CN" sz="20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a:t>
            </a:r>
            <a:r>
              <a:rPr lang="en-US" altLang="zh-CN" sz="2000" b="1" dirty="0" err="1">
                <a:solidFill>
                  <a:schemeClr val="tx1">
                    <a:lumMod val="75000"/>
                    <a:lumOff val="25000"/>
                  </a:schemeClr>
                </a:solidFill>
                <a:latin typeface="微软雅黑" panose="020B0503020204020204" pitchFamily="34" charset="-122"/>
                <a:ea typeface="微软雅黑" panose="020B0503020204020204" pitchFamily="34" charset="-122"/>
                <a:sym typeface="+mn-ea"/>
              </a:rPr>
              <a:t>也就是异常发生后的模式</a:t>
            </a:r>
            <a:r>
              <a:rPr lang="en-US" altLang="zh-CN" sz="20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a:t>
            </a:r>
          </a:p>
          <a:p>
            <a:pPr marL="342900" indent="-342900" fontAlgn="auto">
              <a:lnSpc>
                <a:spcPct val="150000"/>
              </a:lnSpc>
              <a:spcBef>
                <a:spcPts val="0"/>
              </a:spcBef>
              <a:spcAft>
                <a:spcPts val="0"/>
              </a:spcAft>
              <a:buFont typeface="+mj-ea"/>
              <a:buAutoNum type="circleNumDbPlain"/>
              <a:defRPr/>
            </a:pPr>
            <a:r>
              <a:rPr lang="en-US" altLang="zh-CN" sz="20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从异常返回：用指令“</a:t>
            </a:r>
            <a:r>
              <a:rPr lang="en-US" altLang="zh-CN" sz="2000" b="1" dirty="0" err="1">
                <a:solidFill>
                  <a:schemeClr val="tx1">
                    <a:lumMod val="75000"/>
                    <a:lumOff val="25000"/>
                  </a:schemeClr>
                </a:solidFill>
                <a:latin typeface="微软雅黑" panose="020B0503020204020204" pitchFamily="34" charset="-122"/>
                <a:ea typeface="微软雅黑" panose="020B0503020204020204" pitchFamily="34" charset="-122"/>
                <a:sym typeface="+mn-ea"/>
              </a:rPr>
              <a:t>eret</a:t>
            </a:r>
            <a:r>
              <a:rPr lang="en-US" altLang="zh-CN" sz="20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a:t>
            </a:r>
            <a:r>
              <a:rPr lang="en-US" altLang="zh-CN" sz="2000" b="1" dirty="0" err="1">
                <a:solidFill>
                  <a:schemeClr val="tx1">
                    <a:lumMod val="75000"/>
                    <a:lumOff val="25000"/>
                  </a:schemeClr>
                </a:solidFill>
                <a:latin typeface="微软雅黑" panose="020B0503020204020204" pitchFamily="34" charset="-122"/>
                <a:ea typeface="微软雅黑" panose="020B0503020204020204" pitchFamily="34" charset="-122"/>
                <a:sym typeface="+mn-ea"/>
              </a:rPr>
              <a:t>既清除SR：EXL位，也将控制权返回给存储在EPC中的地址</a:t>
            </a:r>
            <a:r>
              <a:rPr lang="en-US" altLang="zh-CN" sz="20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a:t>
            </a:r>
          </a:p>
          <a:p>
            <a:pPr marL="0" indent="0" fontAlgn="auto">
              <a:lnSpc>
                <a:spcPct val="150000"/>
              </a:lnSpc>
              <a:spcBef>
                <a:spcPts val="0"/>
              </a:spcBef>
              <a:spcAft>
                <a:spcPts val="0"/>
              </a:spcAft>
              <a:buFont typeface="Wingdings" panose="05000000000000000000" charset="0"/>
              <a:buNone/>
              <a:defRPr/>
            </a:pPr>
            <a:endParaRPr lang="en-US" altLang="zh-CN" sz="2000" b="1"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7266" name="标题 7265"/>
          <p:cNvSpPr>
            <a:spLocks noGrp="1"/>
          </p:cNvSpPr>
          <p:nvPr>
            <p:ph type="title"/>
          </p:nvPr>
        </p:nvSpPr>
        <p:spPr/>
        <p:txBody>
          <a:bodyPr/>
          <a:lstStyle/>
          <a:p>
            <a:pPr algn="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948055" y="1490980"/>
            <a:ext cx="7702785" cy="3416320"/>
          </a:xfrm>
          <a:prstGeom prst="rect">
            <a:avLst/>
          </a:prstGeom>
          <a:noFill/>
        </p:spPr>
        <p:txBody>
          <a:bodyPr wrap="square" lIns="72000" rIns="72000">
            <a:spAutoFit/>
          </a:bodyPr>
          <a:lstStyle/>
          <a:p>
            <a:pPr marL="285750" indent="-285750" fontAlgn="auto">
              <a:lnSpc>
                <a:spcPct val="150000"/>
              </a:lnSpc>
              <a:spcBef>
                <a:spcPts val="0"/>
              </a:spcBef>
              <a:spcAft>
                <a:spcPts val="0"/>
              </a:spcAft>
              <a:buFont typeface="Wingdings" panose="05000000000000000000" charset="0"/>
              <a:buChar char=""/>
              <a:defRPr/>
            </a:pPr>
            <a:r>
              <a:rPr lang="zh-CN" altLang="en-US" b="1" dirty="0">
                <a:solidFill>
                  <a:srgbClr val="04619D"/>
                </a:solidFill>
                <a:latin typeface="微软雅黑" panose="020B0503020204020204" pitchFamily="34" charset="-122"/>
                <a:ea typeface="微软雅黑" panose="020B0503020204020204" pitchFamily="34" charset="-122"/>
              </a:rPr>
              <a:t>MIPS中断</a:t>
            </a:r>
          </a:p>
          <a:p>
            <a:pPr marL="285750" indent="-285750" fontAlgn="auto">
              <a:lnSpc>
                <a:spcPct val="150000"/>
              </a:lnSpc>
              <a:spcBef>
                <a:spcPts val="0"/>
              </a:spcBef>
              <a:spcAft>
                <a:spcPts val="0"/>
              </a:spcAft>
              <a:buFont typeface="Wingdings" panose="05000000000000000000" charset="0"/>
              <a:buChar char=""/>
              <a:defRPr/>
            </a:pPr>
            <a:r>
              <a:rPr sz="2000" b="1" dirty="0" err="1">
                <a:solidFill>
                  <a:schemeClr val="tx1">
                    <a:lumMod val="75000"/>
                    <a:lumOff val="25000"/>
                  </a:schemeClr>
                </a:solidFill>
                <a:latin typeface="微软雅黑" panose="020B0503020204020204" pitchFamily="34" charset="-122"/>
                <a:ea typeface="微软雅黑" panose="020B0503020204020204" pitchFamily="34" charset="-122"/>
              </a:rPr>
              <a:t>CPU核外部的事件，即从一些真正的“硬件连线”过来的输入信号（外中断或硬中断</a:t>
            </a:r>
            <a:r>
              <a:rPr sz="2000" b="1" dirty="0">
                <a:solidFill>
                  <a:schemeClr val="tx1">
                    <a:lumMod val="75000"/>
                    <a:lumOff val="25000"/>
                  </a:schemeClr>
                </a:solidFill>
                <a:latin typeface="微软雅黑" panose="020B0503020204020204" pitchFamily="34" charset="-122"/>
                <a:ea typeface="微软雅黑" panose="020B0503020204020204" pitchFamily="34" charset="-122"/>
              </a:rPr>
              <a:t>），Cause：ExcCode编码为00000中断。这些中断使CPU转向某外部事件，MIPS CPU有8个独立的中断位（在Cause：IP7~2和IP1~0段），其中，6个（IP7~2）为外部中断，2个（IP1~0）为内部中断（可由软件访问</a:t>
            </a:r>
            <a:r>
              <a:rPr sz="2000" b="1" dirty="0" smtClean="0">
                <a:solidFill>
                  <a:schemeClr val="tx1">
                    <a:lumMod val="75000"/>
                    <a:lumOff val="25000"/>
                  </a:schemeClr>
                </a:solidFill>
                <a:latin typeface="微软雅黑" panose="020B0503020204020204" pitchFamily="34" charset="-122"/>
                <a:ea typeface="微软雅黑" panose="020B0503020204020204" pitchFamily="34" charset="-122"/>
              </a:rPr>
              <a:t>），</a:t>
            </a:r>
            <a:r>
              <a:rPr sz="2000" b="1" dirty="0" err="1" smtClean="0">
                <a:solidFill>
                  <a:schemeClr val="tx1">
                    <a:lumMod val="75000"/>
                    <a:lumOff val="25000"/>
                  </a:schemeClr>
                </a:solidFill>
                <a:latin typeface="微软雅黑" panose="020B0503020204020204" pitchFamily="34" charset="-122"/>
                <a:ea typeface="微软雅黑" panose="020B0503020204020204" pitchFamily="34" charset="-122"/>
              </a:rPr>
              <a:t>片上的时钟计数</a:t>
            </a:r>
            <a:r>
              <a:rPr sz="2000" b="1" dirty="0" err="1">
                <a:solidFill>
                  <a:schemeClr val="tx1">
                    <a:lumMod val="75000"/>
                    <a:lumOff val="25000"/>
                  </a:schemeClr>
                </a:solidFill>
                <a:latin typeface="微软雅黑" panose="020B0503020204020204" pitchFamily="34" charset="-122"/>
                <a:ea typeface="微软雅黑" panose="020B0503020204020204" pitchFamily="34" charset="-122"/>
              </a:rPr>
              <a:t>／定时器都会连接到一个硬件中断位上</a:t>
            </a:r>
            <a:r>
              <a:rPr sz="2000" b="1" dirty="0">
                <a:solidFill>
                  <a:schemeClr val="tx1">
                    <a:lumMod val="75000"/>
                    <a:lumOff val="25000"/>
                  </a:schemeClr>
                </a:solidFill>
                <a:latin typeface="微软雅黑" panose="020B0503020204020204" pitchFamily="34" charset="-122"/>
                <a:ea typeface="微软雅黑" panose="020B0503020204020204" pitchFamily="34" charset="-122"/>
              </a:rPr>
              <a:t>。</a:t>
            </a:r>
          </a:p>
        </p:txBody>
      </p:sp>
      <p:sp>
        <p:nvSpPr>
          <p:cNvPr id="7266" name="标题 7265"/>
          <p:cNvSpPr>
            <a:spLocks noGrp="1"/>
          </p:cNvSpPr>
          <p:nvPr>
            <p:ph type="title"/>
          </p:nvPr>
        </p:nvSpPr>
        <p:spPr/>
        <p:txBody>
          <a:bodyPr/>
          <a:lstStyle/>
          <a:p>
            <a:pPr algn="l"/>
            <a:endParaRPr/>
          </a:p>
        </p:txBody>
      </p:sp>
      <p:pic>
        <p:nvPicPr>
          <p:cNvPr id="5" name="图片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3276" y="5144623"/>
            <a:ext cx="8332341" cy="69601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948690" y="1279525"/>
            <a:ext cx="7640506" cy="4707890"/>
          </a:xfrm>
          <a:prstGeom prst="rect">
            <a:avLst/>
          </a:prstGeom>
          <a:noFill/>
        </p:spPr>
        <p:txBody>
          <a:bodyPr wrap="square" lIns="72000" rIns="72000">
            <a:spAutoFit/>
          </a:bodyPr>
          <a:lstStyle/>
          <a:p>
            <a:pPr marL="0" indent="0" fontAlgn="auto">
              <a:lnSpc>
                <a:spcPct val="150000"/>
              </a:lnSpc>
              <a:spcBef>
                <a:spcPts val="0"/>
              </a:spcBef>
              <a:spcAft>
                <a:spcPts val="0"/>
              </a:spcAft>
              <a:buFont typeface="Wingdings" panose="05000000000000000000" charset="0"/>
              <a:buNone/>
              <a:defRPr/>
            </a:pPr>
            <a:endParaRPr lang="zh-CN" altLang="en-US" sz="2000" b="1" dirty="0">
              <a:solidFill>
                <a:srgbClr val="04619D"/>
              </a:solidFill>
              <a:latin typeface="微软雅黑" panose="020B0503020204020204" pitchFamily="34" charset="-122"/>
              <a:ea typeface="微软雅黑" panose="020B0503020204020204" pitchFamily="34" charset="-122"/>
            </a:endParaRPr>
          </a:p>
          <a:p>
            <a:pPr marL="285750" indent="-285750" fontAlgn="auto">
              <a:lnSpc>
                <a:spcPct val="150000"/>
              </a:lnSpc>
              <a:spcBef>
                <a:spcPts val="0"/>
              </a:spcBef>
              <a:spcAft>
                <a:spcPts val="0"/>
              </a:spcAft>
              <a:buFont typeface="Wingdings" panose="05000000000000000000" charset="0"/>
              <a:buChar char=""/>
              <a:defRPr/>
            </a:pPr>
            <a:r>
              <a:rPr sz="1800" b="1" dirty="0">
                <a:solidFill>
                  <a:schemeClr val="tx1">
                    <a:lumMod val="75000"/>
                    <a:lumOff val="25000"/>
                  </a:schemeClr>
                </a:solidFill>
                <a:latin typeface="微软雅黑" panose="020B0503020204020204" pitchFamily="34" charset="-122"/>
                <a:ea typeface="微软雅黑" panose="020B0503020204020204" pitchFamily="34" charset="-122"/>
              </a:rPr>
              <a:t>MIPS CPU对中断的支持涉及CP0的两个重要的寄存器：状态寄存器（SR）和原因寄存器（Cause）</a:t>
            </a:r>
            <a:r>
              <a:rPr lang="zh-CN" sz="1800" b="1" dirty="0">
                <a:solidFill>
                  <a:schemeClr val="tx1">
                    <a:lumMod val="75000"/>
                    <a:lumOff val="25000"/>
                  </a:schemeClr>
                </a:solidFill>
                <a:latin typeface="微软雅黑" panose="020B0503020204020204" pitchFamily="34" charset="-122"/>
                <a:ea typeface="微软雅黑" panose="020B0503020204020204" pitchFamily="34" charset="-122"/>
              </a:rPr>
              <a:t>。</a:t>
            </a:r>
          </a:p>
          <a:p>
            <a:pPr marL="342900" indent="-342900" fontAlgn="auto">
              <a:lnSpc>
                <a:spcPct val="150000"/>
              </a:lnSpc>
              <a:spcBef>
                <a:spcPts val="0"/>
              </a:spcBef>
              <a:spcAft>
                <a:spcPts val="0"/>
              </a:spcAft>
              <a:buFont typeface="+mj-ea"/>
              <a:buAutoNum type="circleNumDbPlain"/>
              <a:defRPr/>
            </a:pPr>
            <a:r>
              <a:rPr lang="zh-CN" sz="1800" b="1" dirty="0">
                <a:solidFill>
                  <a:schemeClr val="tx1">
                    <a:lumMod val="75000"/>
                    <a:lumOff val="25000"/>
                  </a:schemeClr>
                </a:solidFill>
                <a:latin typeface="微软雅黑" panose="020B0503020204020204" pitchFamily="34" charset="-122"/>
                <a:ea typeface="微软雅黑" panose="020B0503020204020204" pitchFamily="34" charset="-122"/>
              </a:rPr>
              <a:t>使能全局中断（IE：Interrupt Enable）：要想使能中断，则全局中断位SR：IE必须置1，开中断，它是一个全局开关。</a:t>
            </a:r>
          </a:p>
          <a:p>
            <a:pPr marL="342900" indent="-342900" fontAlgn="auto">
              <a:lnSpc>
                <a:spcPct val="150000"/>
              </a:lnSpc>
              <a:spcBef>
                <a:spcPts val="0"/>
              </a:spcBef>
              <a:spcAft>
                <a:spcPts val="0"/>
              </a:spcAft>
              <a:buFont typeface="+mj-ea"/>
              <a:buAutoNum type="circleNumDbPlain"/>
              <a:defRPr/>
            </a:pPr>
            <a:r>
              <a:rPr lang="zh-CN" sz="1800" b="1" dirty="0">
                <a:solidFill>
                  <a:schemeClr val="tx1">
                    <a:lumMod val="75000"/>
                    <a:lumOff val="25000"/>
                  </a:schemeClr>
                </a:solidFill>
                <a:latin typeface="微软雅黑" panose="020B0503020204020204" pitchFamily="34" charset="-122"/>
                <a:ea typeface="微软雅黑" panose="020B0503020204020204" pitchFamily="34" charset="-122"/>
              </a:rPr>
              <a:t>中断使能屏蔽（IM：Interrupt Mask）：SR[15~8]为中断屏蔽位，对应IM[7~0]，这8个bit位决定了哪些中断源有请求时可以触发一个异常，实际上是对中断信号的使能开关。8个中断源中的6个（IM[7~2]）对应Cause：IP7~2，用于外部硬件设备中断，其它2个（IM[1~0]）对应Cause：IP1~0，为软件中断屏蔽位。所谓中断源就是产生硬中断信号的PIC外接设备或者软中断。</a:t>
            </a:r>
          </a:p>
        </p:txBody>
      </p:sp>
      <p:sp>
        <p:nvSpPr>
          <p:cNvPr id="7266" name="标题 7265"/>
          <p:cNvSpPr>
            <a:spLocks noGrp="1"/>
          </p:cNvSpPr>
          <p:nvPr>
            <p:ph type="title"/>
          </p:nvPr>
        </p:nvSpPr>
        <p:spPr/>
        <p:txBody>
          <a:bodyPr/>
          <a:lstStyle/>
          <a:p>
            <a:pPr algn="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853440" y="1014095"/>
            <a:ext cx="7247255" cy="5123180"/>
          </a:xfrm>
          <a:prstGeom prst="rect">
            <a:avLst/>
          </a:prstGeom>
          <a:noFill/>
        </p:spPr>
        <p:txBody>
          <a:bodyPr wrap="square" lIns="72000" rIns="72000">
            <a:spAutoFit/>
          </a:bodyPr>
          <a:lstStyle/>
          <a:p>
            <a:pPr marL="0" indent="0" fontAlgn="auto">
              <a:lnSpc>
                <a:spcPct val="150000"/>
              </a:lnSpc>
              <a:spcBef>
                <a:spcPts val="0"/>
              </a:spcBef>
              <a:spcAft>
                <a:spcPts val="0"/>
              </a:spcAft>
              <a:buFont typeface="Wingdings" panose="05000000000000000000" charset="0"/>
              <a:buNone/>
              <a:defRPr/>
            </a:pPr>
            <a:endParaRPr lang="zh-CN" altLang="en-US" sz="2000" b="1" dirty="0">
              <a:solidFill>
                <a:srgbClr val="04619D"/>
              </a:solidFill>
              <a:latin typeface="微软雅黑" panose="020B0503020204020204" pitchFamily="34" charset="-122"/>
              <a:ea typeface="微软雅黑" panose="020B0503020204020204" pitchFamily="34" charset="-122"/>
            </a:endParaRPr>
          </a:p>
          <a:p>
            <a:pPr marL="342900" indent="-342900" fontAlgn="auto">
              <a:lnSpc>
                <a:spcPct val="150000"/>
              </a:lnSpc>
              <a:spcBef>
                <a:spcPts val="0"/>
              </a:spcBef>
              <a:spcAft>
                <a:spcPts val="0"/>
              </a:spcAft>
              <a:buFont typeface="+mj-ea"/>
              <a:buAutoNum type="circleNumDbPlain" startAt="3"/>
              <a:defRPr/>
            </a:pPr>
            <a:r>
              <a:rPr lang="zh-CN" sz="1800" b="1">
                <a:solidFill>
                  <a:schemeClr val="tx1">
                    <a:lumMod val="75000"/>
                    <a:lumOff val="25000"/>
                  </a:schemeClr>
                </a:solidFill>
                <a:latin typeface="微软雅黑" panose="020B0503020204020204" pitchFamily="34" charset="-122"/>
                <a:ea typeface="微软雅黑" panose="020B0503020204020204" pitchFamily="34" charset="-122"/>
                <a:sym typeface="+mn-ea"/>
              </a:rPr>
              <a:t>异常级别（EXL：Exception Level）：</a:t>
            </a:r>
            <a:r>
              <a:rPr lang="zh-CN" sz="1800" b="1">
                <a:solidFill>
                  <a:schemeClr val="tx1">
                    <a:lumMod val="75000"/>
                    <a:lumOff val="25000"/>
                  </a:schemeClr>
                </a:solidFill>
                <a:latin typeface="微软雅黑" panose="020B0503020204020204" pitchFamily="34" charset="-122"/>
                <a:ea typeface="微软雅黑" panose="020B0503020204020204" pitchFamily="34" charset="-122"/>
              </a:rPr>
              <a:t>异常发生后，CPU立即设置SR：EXL，进入异常模式。异常模式强制CPU进入内核特权级模式并屏蔽中断，而不会理会SR其它位的值。EXL位在已设置的情况下，还没有真正准备好调用主内核的例程。在这种状态下，系统不能处理其他异常。保持EXL足够的时间保存现场，使软件决定CPU新的特权级别和中断屏蔽位应该如何设置。</a:t>
            </a:r>
          </a:p>
          <a:p>
            <a:pPr marL="342900" indent="-342900" fontAlgn="auto">
              <a:lnSpc>
                <a:spcPct val="150000"/>
              </a:lnSpc>
              <a:spcBef>
                <a:spcPts val="0"/>
              </a:spcBef>
              <a:spcAft>
                <a:spcPts val="0"/>
              </a:spcAft>
              <a:buFont typeface="+mj-ea"/>
              <a:buAutoNum type="circleNumDbPlain" startAt="3"/>
              <a:defRPr/>
            </a:pPr>
            <a:r>
              <a:rPr lang="zh-CN" sz="1800" b="1">
                <a:solidFill>
                  <a:schemeClr val="tx1">
                    <a:lumMod val="75000"/>
                    <a:lumOff val="25000"/>
                  </a:schemeClr>
                </a:solidFill>
                <a:latin typeface="微软雅黑" panose="020B0503020204020204" pitchFamily="34" charset="-122"/>
                <a:ea typeface="微软雅黑" panose="020B0503020204020204" pitchFamily="34" charset="-122"/>
              </a:rPr>
              <a:t>异常类型（ExcCode：Exception Code）：PIC每个输入引脚上的有效（IM位为1，未被屏蔽）输入每个周期都会被采样，如果被使能，则引起一个异常。异常处理程序检查到Cause：ExcCode=0，则说明发生的异常是中断，此时将进入通用中断处理程序。</a:t>
            </a:r>
          </a:p>
        </p:txBody>
      </p:sp>
      <p:sp>
        <p:nvSpPr>
          <p:cNvPr id="7266" name="标题 7265"/>
          <p:cNvSpPr>
            <a:spLocks noGrp="1"/>
          </p:cNvSpPr>
          <p:nvPr>
            <p:ph type="title"/>
          </p:nvPr>
        </p:nvSpPr>
        <p:spPr/>
        <p:txBody>
          <a:bodyPr/>
          <a:lstStyle/>
          <a:p>
            <a:pPr algn="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853440" y="1167765"/>
            <a:ext cx="7247255" cy="4661535"/>
          </a:xfrm>
          <a:prstGeom prst="rect">
            <a:avLst/>
          </a:prstGeom>
          <a:noFill/>
        </p:spPr>
        <p:txBody>
          <a:bodyPr wrap="square" lIns="72000" rIns="72000">
            <a:spAutoFit/>
          </a:bodyPr>
          <a:lstStyle/>
          <a:p>
            <a:pPr marL="0" indent="0" fontAlgn="auto">
              <a:lnSpc>
                <a:spcPct val="150000"/>
              </a:lnSpc>
              <a:spcBef>
                <a:spcPts val="0"/>
              </a:spcBef>
              <a:spcAft>
                <a:spcPts val="0"/>
              </a:spcAft>
              <a:buFont typeface="Wingdings" panose="05000000000000000000" charset="0"/>
              <a:buNone/>
              <a:defRPr/>
            </a:pPr>
            <a:endParaRPr lang="zh-CN" sz="1600" b="1">
              <a:solidFill>
                <a:schemeClr val="tx1">
                  <a:lumMod val="75000"/>
                  <a:lumOff val="25000"/>
                </a:schemeClr>
              </a:solidFill>
              <a:latin typeface="微软雅黑" panose="020B0503020204020204" pitchFamily="34" charset="-122"/>
              <a:ea typeface="微软雅黑" panose="020B0503020204020204" pitchFamily="34" charset="-122"/>
            </a:endParaRPr>
          </a:p>
          <a:p>
            <a:pPr marL="342900" indent="-342900" fontAlgn="auto">
              <a:lnSpc>
                <a:spcPct val="150000"/>
              </a:lnSpc>
              <a:spcBef>
                <a:spcPts val="0"/>
              </a:spcBef>
              <a:spcAft>
                <a:spcPts val="0"/>
              </a:spcAft>
              <a:buFont typeface="+mj-ea"/>
              <a:buAutoNum type="circleNumDbPlain" startAt="5"/>
              <a:defRPr/>
            </a:pPr>
            <a:r>
              <a:rPr lang="zh-CN" sz="1600" b="1">
                <a:solidFill>
                  <a:schemeClr val="tx1">
                    <a:lumMod val="75000"/>
                    <a:lumOff val="25000"/>
                  </a:schemeClr>
                </a:solidFill>
                <a:latin typeface="微软雅黑" panose="020B0503020204020204" pitchFamily="34" charset="-122"/>
                <a:ea typeface="微软雅黑" panose="020B0503020204020204" pitchFamily="34" charset="-122"/>
              </a:rPr>
              <a:t>中断请求寄存器（IP：Interrupt Pending）：Cause[15~8]为中断挂起状态位，用于指示哪些设备发生了中断，具体来说就是识别PIC的哪个接入引脚对应的设备发来了中断信号。IP7~2随着CPU硬件输入引脚上的信号而变化，而IP1~0为软件中断位，可读可写并存储最后写入的值。当SR：IM[7~0]某些位使能，且硬中断或软中断触发时，Cause：IP[7~0]对应位将被置位，一般通过查询Cause：IP[7~2]的pending位，确定哪个设备发生了中断。</a:t>
            </a:r>
          </a:p>
          <a:p>
            <a:pPr marL="342900" indent="-342900" fontAlgn="auto">
              <a:lnSpc>
                <a:spcPct val="150000"/>
              </a:lnSpc>
              <a:spcBef>
                <a:spcPts val="0"/>
              </a:spcBef>
              <a:spcAft>
                <a:spcPts val="0"/>
              </a:spcAft>
              <a:buFont typeface="+mj-ea"/>
              <a:buAutoNum type="circleNumDbPlain" startAt="6"/>
              <a:defRPr/>
            </a:pPr>
            <a:r>
              <a:rPr lang="zh-CN" sz="1800" b="1">
                <a:solidFill>
                  <a:schemeClr val="tx1">
                    <a:lumMod val="75000"/>
                    <a:lumOff val="25000"/>
                  </a:schemeClr>
                </a:solidFill>
                <a:latin typeface="微软雅黑" panose="020B0503020204020204" pitchFamily="34" charset="-122"/>
                <a:ea typeface="微软雅黑" panose="020B0503020204020204" pitchFamily="34" charset="-122"/>
                <a:sym typeface="+mn-ea"/>
              </a:rPr>
              <a:t>中断处理步骤（Interrupt Handle Procedure）中断是异常的一种，所以中断处理只是异常处理的一条分流。经过上一层异常处理例程处理后，其处理步骤如下：</a:t>
            </a:r>
          </a:p>
          <a:p>
            <a:pPr marL="342900" indent="-342900" fontAlgn="auto">
              <a:lnSpc>
                <a:spcPct val="150000"/>
              </a:lnSpc>
              <a:spcBef>
                <a:spcPts val="0"/>
              </a:spcBef>
              <a:spcAft>
                <a:spcPts val="0"/>
              </a:spcAft>
              <a:buFont typeface="+mj-lt"/>
              <a:buAutoNum type="alphaLcParenR"/>
              <a:defRPr/>
            </a:pPr>
            <a:r>
              <a:rPr lang="zh-CN" sz="1600" b="1">
                <a:solidFill>
                  <a:schemeClr val="tx1">
                    <a:lumMod val="75000"/>
                    <a:lumOff val="25000"/>
                  </a:schemeClr>
                </a:solidFill>
                <a:latin typeface="微软雅黑" panose="020B0503020204020204" pitchFamily="34" charset="-122"/>
                <a:ea typeface="微软雅黑" panose="020B0503020204020204" pitchFamily="34" charset="-122"/>
                <a:sym typeface="+mn-ea"/>
              </a:rPr>
              <a:t>将Cause：IP与SR：IM进行逻辑与运算，获得一个或多个使能的中断请求。</a:t>
            </a:r>
          </a:p>
        </p:txBody>
      </p:sp>
      <p:sp>
        <p:nvSpPr>
          <p:cNvPr id="7266" name="标题 7265"/>
          <p:cNvSpPr>
            <a:spLocks noGrp="1"/>
          </p:cNvSpPr>
          <p:nvPr>
            <p:ph type="title"/>
          </p:nvPr>
        </p:nvSpPr>
        <p:spPr/>
        <p:txBody>
          <a:bodyPr/>
          <a:lstStyle/>
          <a:p>
            <a:pPr algn="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853440" y="1041400"/>
            <a:ext cx="7247255" cy="5077460"/>
          </a:xfrm>
          <a:prstGeom prst="rect">
            <a:avLst/>
          </a:prstGeom>
          <a:noFill/>
        </p:spPr>
        <p:txBody>
          <a:bodyPr wrap="square" lIns="72000" rIns="72000">
            <a:spAutoFit/>
          </a:bodyPr>
          <a:lstStyle/>
          <a:p>
            <a:pPr marL="342900" indent="-342900" fontAlgn="auto">
              <a:lnSpc>
                <a:spcPct val="150000"/>
              </a:lnSpc>
              <a:spcBef>
                <a:spcPts val="0"/>
              </a:spcBef>
              <a:spcAft>
                <a:spcPts val="0"/>
              </a:spcAft>
              <a:buFont typeface="+mj-ea"/>
              <a:buAutoNum type="circleNumDbPlain" startAt="6"/>
              <a:defRPr/>
            </a:pPr>
            <a:endParaRPr lang="zh-CN" sz="1800" b="1">
              <a:solidFill>
                <a:schemeClr val="tx1">
                  <a:lumMod val="75000"/>
                  <a:lumOff val="25000"/>
                </a:schemeClr>
              </a:solidFill>
              <a:latin typeface="微软雅黑" panose="020B0503020204020204" pitchFamily="34" charset="-122"/>
              <a:ea typeface="微软雅黑" panose="020B0503020204020204" pitchFamily="34" charset="-122"/>
            </a:endParaRPr>
          </a:p>
          <a:p>
            <a:pPr marL="342900" indent="-342900" fontAlgn="auto">
              <a:lnSpc>
                <a:spcPct val="150000"/>
              </a:lnSpc>
              <a:spcBef>
                <a:spcPts val="0"/>
              </a:spcBef>
              <a:spcAft>
                <a:spcPts val="0"/>
              </a:spcAft>
              <a:buFont typeface="+mj-lt"/>
              <a:buAutoNum type="alphaLcParenR" startAt="2"/>
              <a:defRPr/>
            </a:pPr>
            <a:r>
              <a:rPr lang="zh-CN" sz="1800" b="1">
                <a:solidFill>
                  <a:schemeClr val="tx1">
                    <a:lumMod val="75000"/>
                    <a:lumOff val="25000"/>
                  </a:schemeClr>
                </a:solidFill>
                <a:latin typeface="微软雅黑" panose="020B0503020204020204" pitchFamily="34" charset="-122"/>
                <a:ea typeface="微软雅黑" panose="020B0503020204020204" pitchFamily="34" charset="-122"/>
              </a:rPr>
              <a:t>选择一个使能的中断来处理，优先处理最高优先级的中断。</a:t>
            </a:r>
          </a:p>
          <a:p>
            <a:pPr marL="342900" indent="-342900" fontAlgn="auto">
              <a:lnSpc>
                <a:spcPct val="150000"/>
              </a:lnSpc>
              <a:spcBef>
                <a:spcPts val="0"/>
              </a:spcBef>
              <a:spcAft>
                <a:spcPts val="0"/>
              </a:spcAft>
              <a:buFont typeface="+mj-lt"/>
              <a:buAutoNum type="alphaLcParenR" startAt="2"/>
              <a:defRPr/>
            </a:pPr>
            <a:r>
              <a:rPr lang="zh-CN" sz="1800" b="1">
                <a:solidFill>
                  <a:schemeClr val="tx1">
                    <a:lumMod val="75000"/>
                    <a:lumOff val="25000"/>
                  </a:schemeClr>
                </a:solidFill>
                <a:latin typeface="微软雅黑" panose="020B0503020204020204" pitchFamily="34" charset="-122"/>
                <a:ea typeface="微软雅黑" panose="020B0503020204020204" pitchFamily="34" charset="-122"/>
              </a:rPr>
              <a:t>存储SR：IM中的中断屏蔽位，改变SR：IM，以保证禁止当前中断以及所有优先级小于等于本中断的中断在处理期间产生。</a:t>
            </a:r>
          </a:p>
          <a:p>
            <a:pPr marL="342900" indent="-342900" fontAlgn="auto">
              <a:lnSpc>
                <a:spcPct val="150000"/>
              </a:lnSpc>
              <a:spcBef>
                <a:spcPts val="0"/>
              </a:spcBef>
              <a:spcAft>
                <a:spcPts val="0"/>
              </a:spcAft>
              <a:buFont typeface="+mj-lt"/>
              <a:buAutoNum type="alphaLcParenR" startAt="2"/>
              <a:defRPr/>
            </a:pPr>
            <a:r>
              <a:rPr lang="zh-CN" sz="1800" b="1">
                <a:solidFill>
                  <a:schemeClr val="tx1">
                    <a:lumMod val="75000"/>
                    <a:lumOff val="25000"/>
                  </a:schemeClr>
                </a:solidFill>
                <a:latin typeface="微软雅黑" panose="020B0503020204020204" pitchFamily="34" charset="-122"/>
                <a:ea typeface="微软雅黑" panose="020B0503020204020204" pitchFamily="34" charset="-122"/>
              </a:rPr>
              <a:t>对于嵌套异常，则此时需要保护现场。</a:t>
            </a:r>
          </a:p>
          <a:p>
            <a:pPr marL="342900" indent="-342900" fontAlgn="auto">
              <a:lnSpc>
                <a:spcPct val="150000"/>
              </a:lnSpc>
              <a:spcBef>
                <a:spcPts val="0"/>
              </a:spcBef>
              <a:spcAft>
                <a:spcPts val="0"/>
              </a:spcAft>
              <a:buFont typeface="+mj-lt"/>
              <a:buAutoNum type="alphaLcParenR" startAt="2"/>
              <a:defRPr/>
            </a:pPr>
            <a:r>
              <a:rPr lang="zh-CN" sz="1800" b="1">
                <a:solidFill>
                  <a:schemeClr val="tx1">
                    <a:lumMod val="75000"/>
                    <a:lumOff val="25000"/>
                  </a:schemeClr>
                </a:solidFill>
                <a:latin typeface="微软雅黑" panose="020B0503020204020204" pitchFamily="34" charset="-122"/>
                <a:ea typeface="微软雅黑" panose="020B0503020204020204" pitchFamily="34" charset="-122"/>
              </a:rPr>
              <a:t>修改CPU到合适的状态以适应中断处理程序的高层部分，这时通常允许一些嵌套的中断或异常。设置全局中断使能SR：IE位，以允许处理高优先级的中断。还需要改变CPU特权级域（SR：KSU），使得CPU处于内核态，清除SR：EXL以离开异常模式，并把这些改动反映到状态寄存器中。</a:t>
            </a:r>
          </a:p>
          <a:p>
            <a:pPr marL="342900" indent="-342900" fontAlgn="auto">
              <a:lnSpc>
                <a:spcPct val="150000"/>
              </a:lnSpc>
              <a:spcBef>
                <a:spcPts val="0"/>
              </a:spcBef>
              <a:spcAft>
                <a:spcPts val="0"/>
              </a:spcAft>
              <a:buFont typeface="+mj-lt"/>
              <a:buAutoNum type="alphaLcParenR" startAt="2"/>
              <a:defRPr/>
            </a:pPr>
            <a:r>
              <a:rPr lang="zh-CN" sz="1800" b="1">
                <a:solidFill>
                  <a:schemeClr val="tx1">
                    <a:lumMod val="75000"/>
                    <a:lumOff val="25000"/>
                  </a:schemeClr>
                </a:solidFill>
                <a:latin typeface="微软雅黑" panose="020B0503020204020204" pitchFamily="34" charset="-122"/>
                <a:ea typeface="微软雅黑" panose="020B0503020204020204" pitchFamily="34" charset="-122"/>
              </a:rPr>
              <a:t>执行中断处理程，完成要做的事情。</a:t>
            </a:r>
          </a:p>
          <a:p>
            <a:pPr marL="342900" indent="-342900" fontAlgn="auto">
              <a:lnSpc>
                <a:spcPct val="150000"/>
              </a:lnSpc>
              <a:spcBef>
                <a:spcPts val="0"/>
              </a:spcBef>
              <a:spcAft>
                <a:spcPts val="0"/>
              </a:spcAft>
              <a:buFont typeface="+mj-lt"/>
              <a:buAutoNum type="alphaLcParenR" startAt="2"/>
              <a:defRPr/>
            </a:pPr>
            <a:r>
              <a:rPr lang="zh-CN" sz="1800" b="1">
                <a:solidFill>
                  <a:schemeClr val="tx1">
                    <a:lumMod val="75000"/>
                    <a:lumOff val="25000"/>
                  </a:schemeClr>
                </a:solidFill>
                <a:latin typeface="微软雅黑" panose="020B0503020204020204" pitchFamily="34" charset="-122"/>
                <a:ea typeface="微软雅黑" panose="020B0503020204020204" pitchFamily="34" charset="-122"/>
              </a:rPr>
              <a:t>恢复现场，恢复相关寄存器，返回被中断指令（返回被中断程序）。</a:t>
            </a:r>
          </a:p>
        </p:txBody>
      </p:sp>
      <p:sp>
        <p:nvSpPr>
          <p:cNvPr id="7266" name="标题 7265"/>
          <p:cNvSpPr>
            <a:spLocks noGrp="1"/>
          </p:cNvSpPr>
          <p:nvPr>
            <p:ph type="title"/>
          </p:nvPr>
        </p:nvSpPr>
        <p:spPr/>
        <p:txBody>
          <a:bodyPr/>
          <a:lstStyle/>
          <a:p>
            <a:pPr algn="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6523" t="15384" b="513"/>
          <a:stretch>
            <a:fillRect/>
          </a:stretch>
        </p:blipFill>
        <p:spPr bwMode="auto">
          <a:xfrm>
            <a:off x="0" y="1"/>
            <a:ext cx="9143999" cy="4760686"/>
          </a:xfrm>
          <a:prstGeom prst="rect">
            <a:avLst/>
          </a:prstGeom>
          <a:noFill/>
          <a:extLst>
            <a:ext uri="{909E8E84-426E-40DD-AFC4-6F175D3DCCD1}">
              <a14:hiddenFill xmlns:a14="http://schemas.microsoft.com/office/drawing/2010/main">
                <a:solidFill>
                  <a:srgbClr val="FFFFFF"/>
                </a:solidFill>
              </a14:hiddenFill>
            </a:ext>
          </a:extLst>
        </p:spPr>
      </p:pic>
      <p:sp>
        <p:nvSpPr>
          <p:cNvPr id="14" name="任意多边形 13"/>
          <p:cNvSpPr/>
          <p:nvPr/>
        </p:nvSpPr>
        <p:spPr>
          <a:xfrm>
            <a:off x="0" y="2842036"/>
            <a:ext cx="9143999" cy="2051818"/>
          </a:xfrm>
          <a:custGeom>
            <a:avLst/>
            <a:gdLst>
              <a:gd name="connsiteX0" fmla="*/ 9143999 w 9143999"/>
              <a:gd name="connsiteY0" fmla="*/ 0 h 2051818"/>
              <a:gd name="connsiteX1" fmla="*/ 9143999 w 9143999"/>
              <a:gd name="connsiteY1" fmla="*/ 2051818 h 2051818"/>
              <a:gd name="connsiteX2" fmla="*/ 0 w 9143999"/>
              <a:gd name="connsiteY2" fmla="*/ 2051818 h 2051818"/>
              <a:gd name="connsiteX3" fmla="*/ 0 w 9143999"/>
              <a:gd name="connsiteY3" fmla="*/ 1204077 h 2051818"/>
              <a:gd name="connsiteX4" fmla="*/ 6027 w 9143999"/>
              <a:gd name="connsiteY4" fmla="*/ 1207403 h 2051818"/>
              <a:gd name="connsiteX5" fmla="*/ 7674511 w 9143999"/>
              <a:gd name="connsiteY5" fmla="*/ 718908 h 2051818"/>
              <a:gd name="connsiteX6" fmla="*/ 9044856 w 9143999"/>
              <a:gd name="connsiteY6" fmla="*/ 57555 h 2051818"/>
              <a:gd name="connsiteX7" fmla="*/ 9143999 w 9143999"/>
              <a:gd name="connsiteY7" fmla="*/ 0 h 2051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3999" h="2051818">
                <a:moveTo>
                  <a:pt x="9143999" y="0"/>
                </a:moveTo>
                <a:lnTo>
                  <a:pt x="9143999" y="2051818"/>
                </a:lnTo>
                <a:lnTo>
                  <a:pt x="0" y="2051818"/>
                </a:lnTo>
                <a:lnTo>
                  <a:pt x="0" y="1204077"/>
                </a:lnTo>
                <a:lnTo>
                  <a:pt x="6027" y="1207403"/>
                </a:lnTo>
                <a:cubicBezTo>
                  <a:pt x="2066505" y="2238985"/>
                  <a:pt x="5621740" y="1499327"/>
                  <a:pt x="7674511" y="718908"/>
                </a:cubicBezTo>
                <a:cubicBezTo>
                  <a:pt x="8085065" y="562824"/>
                  <a:pt x="8552064" y="336225"/>
                  <a:pt x="9044856" y="57555"/>
                </a:cubicBezTo>
                <a:lnTo>
                  <a:pt x="9143999" y="0"/>
                </a:lnTo>
                <a:close/>
              </a:path>
            </a:pathLst>
          </a:custGeom>
          <a:gradFill>
            <a:gsLst>
              <a:gs pos="0">
                <a:srgbClr val="04619D"/>
              </a:gs>
              <a:gs pos="100000">
                <a:srgbClr val="342275">
                  <a:alpha val="8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5" name="任意多边形 14"/>
          <p:cNvSpPr/>
          <p:nvPr/>
        </p:nvSpPr>
        <p:spPr>
          <a:xfrm>
            <a:off x="0" y="3379990"/>
            <a:ext cx="9143999" cy="3478011"/>
          </a:xfrm>
          <a:custGeom>
            <a:avLst/>
            <a:gdLst>
              <a:gd name="connsiteX0" fmla="*/ 9143999 w 9143999"/>
              <a:gd name="connsiteY0" fmla="*/ 0 h 3478011"/>
              <a:gd name="connsiteX1" fmla="*/ 9143999 w 9143999"/>
              <a:gd name="connsiteY1" fmla="*/ 1393716 h 3478011"/>
              <a:gd name="connsiteX2" fmla="*/ 9143999 w 9143999"/>
              <a:gd name="connsiteY2" fmla="*/ 1513865 h 3478011"/>
              <a:gd name="connsiteX3" fmla="*/ 9143999 w 9143999"/>
              <a:gd name="connsiteY3" fmla="*/ 3478011 h 3478011"/>
              <a:gd name="connsiteX4" fmla="*/ 0 w 9143999"/>
              <a:gd name="connsiteY4" fmla="*/ 3478011 h 3478011"/>
              <a:gd name="connsiteX5" fmla="*/ 0 w 9143999"/>
              <a:gd name="connsiteY5" fmla="*/ 1513865 h 3478011"/>
              <a:gd name="connsiteX6" fmla="*/ 0 w 9143999"/>
              <a:gd name="connsiteY6" fmla="*/ 1393716 h 3478011"/>
              <a:gd name="connsiteX7" fmla="*/ 0 w 9143999"/>
              <a:gd name="connsiteY7" fmla="*/ 846204 h 3478011"/>
              <a:gd name="connsiteX8" fmla="*/ 303379 w 9143999"/>
              <a:gd name="connsiteY8" fmla="*/ 970246 h 3478011"/>
              <a:gd name="connsiteX9" fmla="*/ 8360497 w 9143999"/>
              <a:gd name="connsiteY9" fmla="*/ 342756 h 3478011"/>
              <a:gd name="connsiteX10" fmla="*/ 8941037 w 9143999"/>
              <a:gd name="connsiteY10" fmla="*/ 98098 h 3478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143999" h="3478011">
                <a:moveTo>
                  <a:pt x="9143999" y="0"/>
                </a:moveTo>
                <a:lnTo>
                  <a:pt x="9143999" y="1393716"/>
                </a:lnTo>
                <a:lnTo>
                  <a:pt x="9143999" y="1513865"/>
                </a:lnTo>
                <a:lnTo>
                  <a:pt x="9143999" y="3478011"/>
                </a:lnTo>
                <a:lnTo>
                  <a:pt x="0" y="3478011"/>
                </a:lnTo>
                <a:lnTo>
                  <a:pt x="0" y="1513865"/>
                </a:lnTo>
                <a:lnTo>
                  <a:pt x="0" y="1393716"/>
                </a:lnTo>
                <a:lnTo>
                  <a:pt x="0" y="846204"/>
                </a:lnTo>
                <a:lnTo>
                  <a:pt x="303379" y="970246"/>
                </a:lnTo>
                <a:cubicBezTo>
                  <a:pt x="2685816" y="1852356"/>
                  <a:pt x="6241504" y="1135756"/>
                  <a:pt x="8360497" y="342756"/>
                </a:cubicBezTo>
                <a:cubicBezTo>
                  <a:pt x="8544757" y="273800"/>
                  <a:pt x="8739002" y="191802"/>
                  <a:pt x="8941037" y="98098"/>
                </a:cubicBezTo>
                <a:close/>
              </a:path>
            </a:pathLst>
          </a:custGeom>
          <a:gradFill flip="none" rotWithShape="1">
            <a:gsLst>
              <a:gs pos="17000">
                <a:schemeClr val="bg1"/>
              </a:gs>
              <a:gs pos="100000">
                <a:srgbClr val="DFDFDF">
                  <a:lumMod val="52000"/>
                  <a:lumOff val="48000"/>
                </a:srgbClr>
              </a:gs>
            </a:gsLst>
            <a:lin ang="2700000" scaled="1"/>
            <a:tileRect/>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ea typeface="微软雅黑" panose="020B0503020204020204" pitchFamily="34" charset="-122"/>
            </a:endParaRPr>
          </a:p>
        </p:txBody>
      </p:sp>
      <p:sp>
        <p:nvSpPr>
          <p:cNvPr id="8" name="TextBox 8"/>
          <p:cNvSpPr txBox="1"/>
          <p:nvPr/>
        </p:nvSpPr>
        <p:spPr>
          <a:xfrm>
            <a:off x="6588842" y="5305300"/>
            <a:ext cx="2228139" cy="1200329"/>
          </a:xfrm>
          <a:prstGeom prst="rect">
            <a:avLst/>
          </a:prstGeom>
          <a:noFill/>
        </p:spPr>
        <p:txBody>
          <a:bodyPr wrap="square" rtlCol="0">
            <a:spAutoFit/>
          </a:bodyPr>
          <a:lstStyle/>
          <a:p>
            <a:pPr algn="r">
              <a:lnSpc>
                <a:spcPct val="120000"/>
              </a:lnSpc>
            </a:pPr>
            <a:r>
              <a:rPr lang="zh-CN" altLang="en-US" sz="3600" b="1" smtClean="0">
                <a:solidFill>
                  <a:srgbClr val="04619D"/>
                </a:solidFill>
                <a:latin typeface="Arial" panose="020B0604020202020204" pitchFamily="34" charset="0"/>
                <a:ea typeface="微软雅黑" panose="020B0503020204020204" pitchFamily="34" charset="-122"/>
                <a:cs typeface="Arial" panose="020B0604020202020204" pitchFamily="34" charset="0"/>
              </a:rPr>
              <a:t>谢谢聆听</a:t>
            </a:r>
            <a:endParaRPr lang="en-US" altLang="zh-CN" sz="3600" b="1" dirty="0" smtClean="0">
              <a:solidFill>
                <a:srgbClr val="04619D"/>
              </a:solidFill>
              <a:latin typeface="Arial" panose="020B0604020202020204" pitchFamily="34" charset="0"/>
              <a:ea typeface="微软雅黑" panose="020B0503020204020204" pitchFamily="34" charset="-122"/>
              <a:cs typeface="Arial" panose="020B0604020202020204" pitchFamily="34" charset="0"/>
            </a:endParaRPr>
          </a:p>
          <a:p>
            <a:pPr algn="r">
              <a:lnSpc>
                <a:spcPct val="120000"/>
              </a:lnSpc>
            </a:pPr>
            <a:r>
              <a:rPr lang="en-US" altLang="zh-CN" smtClean="0">
                <a:solidFill>
                  <a:schemeClr val="tx1">
                    <a:lumMod val="75000"/>
                    <a:lumOff val="25000"/>
                  </a:schemeClr>
                </a:solidFill>
                <a:latin typeface="Arial" panose="020B0604020202020204" pitchFamily="34" charset="0"/>
                <a:ea typeface="微软雅黑" panose="020B0503020204020204" pitchFamily="34" charset="-122"/>
                <a:cs typeface="Arial" panose="020B0604020202020204" pitchFamily="34" charset="0"/>
              </a:rPr>
              <a:t>Thank You</a:t>
            </a:r>
            <a:endParaRPr lang="zh-CN" altLang="en-US" dirty="0">
              <a:solidFill>
                <a:schemeClr val="tx1">
                  <a:lumMod val="75000"/>
                  <a:lumOff val="25000"/>
                </a:schemeClr>
              </a:solidFill>
              <a:latin typeface="Arial" panose="020B0604020202020204" pitchFamily="34" charset="0"/>
              <a:ea typeface="微软雅黑" panose="020B0503020204020204" pitchFamily="34" charset="-122"/>
              <a:cs typeface="Arial" panose="020B0604020202020204" pitchFamily="34" charset="0"/>
            </a:endParaRPr>
          </a:p>
        </p:txBody>
      </p:sp>
      <p:pic>
        <p:nvPicPr>
          <p:cNvPr id="13" name="图片 12"/>
          <p:cNvPicPr>
            <a:picLocks noChangeAspect="1"/>
          </p:cNvPicPr>
          <p:nvPr/>
        </p:nvPicPr>
        <p:blipFill rotWithShape="1">
          <a:blip r:embed="rId3" cstate="print">
            <a:extLst>
              <a:ext uri="{28A0092B-C50C-407E-A947-70E740481C1C}">
                <a14:useLocalDpi xmlns:a14="http://schemas.microsoft.com/office/drawing/2010/main" val="0"/>
              </a:ext>
            </a:extLst>
          </a:blip>
          <a:srcRect r="69975"/>
          <a:stretch>
            <a:fillRect/>
          </a:stretch>
        </p:blipFill>
        <p:spPr>
          <a:xfrm>
            <a:off x="352949" y="5516842"/>
            <a:ext cx="865985" cy="86967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heme/theme1.xml><?xml version="1.0" encoding="utf-8"?>
<a:theme xmlns:a="http://schemas.openxmlformats.org/drawingml/2006/main" name="默认设计模板">
  <a:themeElements>
    <a:clrScheme name="自定义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9525" cap="flat" cmpd="sng" algn="ctr">
          <a:noFill/>
          <a:prstDash val="solid"/>
          <a:round/>
          <a:headEnd type="none" w="med" len="med"/>
          <a:tailEnd type="none" w="med" len="med"/>
        </a:ln>
      </a:spPr>
      <a:bodyPr vert="horz" wrap="square" lIns="91440" tIns="45720" rIns="91440" bIns="45720" numCol="1" rtlCol="0"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sz="1800" b="0" i="0" u="none" strike="noStrike" cap="none" normalizeH="0" baseline="0" dirty="0" smtClean="0">
            <a:ln>
              <a:noFill/>
            </a:ln>
            <a:solidFill>
              <a:schemeClr val="tx2"/>
            </a:solidFill>
            <a:effectLst/>
            <a:latin typeface="微软雅黑" panose="020B0503020204020204" pitchFamily="34" charset="-122"/>
            <a:ea typeface="微软雅黑" panose="020B0503020204020204" pitchFamily="34"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ctr" anchorCtr="0" compatLnSpc="1"/>
      <a:lstStyle>
        <a:defPPr marL="0" marR="0" indent="0" algn="r" defTabSz="914400" rtl="0" eaLnBrk="1" fontAlgn="base" latinLnBrk="0" hangingPunct="1">
          <a:lnSpc>
            <a:spcPct val="100000"/>
          </a:lnSpc>
          <a:spcBef>
            <a:spcPct val="0"/>
          </a:spcBef>
          <a:spcAft>
            <a:spcPct val="0"/>
          </a:spcAft>
          <a:buClrTx/>
          <a:buSzTx/>
          <a:buFontTx/>
          <a:buNone/>
          <a:defRPr kumimoji="0" lang="zh-CN" altLang="en-US" sz="2400" b="0" i="0" u="none" strike="noStrike" cap="none" normalizeH="0" baseline="0" smtClean="0">
            <a:ln>
              <a:noFill/>
            </a:ln>
            <a:solidFill>
              <a:schemeClr val="tx2"/>
            </a:solidFill>
            <a:effectLst/>
            <a:latin typeface="Arial" panose="020B0604020202020204" pitchFamily="34" charset="0"/>
            <a:ea typeface="宋体" panose="02010600030101010101" pitchFamily="2" charset="-122"/>
          </a:defRPr>
        </a:defPPr>
      </a:lstStyle>
    </a:lnDef>
    <a:txDef>
      <a:spPr>
        <a:noFill/>
      </a:spPr>
      <a:bodyPr wrap="square" rtlCol="0">
        <a:noAutofit/>
      </a:bodyPr>
      <a:lstStyle>
        <a:defPPr algn="l">
          <a:defRPr sz="1800" dirty="0">
            <a:latin typeface="微软雅黑" panose="020B0503020204020204" pitchFamily="34" charset="-122"/>
            <a:ea typeface="微软雅黑" panose="020B0503020204020204" pitchFamily="34" charset="-122"/>
          </a:defRPr>
        </a:defPPr>
      </a:lstStyle>
    </a:tx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1209</TotalTime>
  <Words>1944</Words>
  <Application>Microsoft Office PowerPoint</Application>
  <PresentationFormat>全屏显示(4:3)</PresentationFormat>
  <Paragraphs>138</Paragraphs>
  <Slides>18</Slides>
  <Notes>16</Notes>
  <HiddenSlides>0</HiddenSlides>
  <MMClips>0</MMClips>
  <ScaleCrop>false</ScaleCrop>
  <HeadingPairs>
    <vt:vector size="4" baseType="variant">
      <vt:variant>
        <vt:lpstr>主题</vt:lpstr>
      </vt:variant>
      <vt:variant>
        <vt:i4>1</vt:i4>
      </vt:variant>
      <vt:variant>
        <vt:lpstr>幻灯片标题</vt:lpstr>
      </vt:variant>
      <vt:variant>
        <vt:i4>18</vt:i4>
      </vt:variant>
    </vt:vector>
  </HeadingPairs>
  <TitlesOfParts>
    <vt:vector size="19" baseType="lpstr">
      <vt:lpstr>默认设计模板</vt:lpstr>
      <vt:lpstr>7.1 MIPS CPU概述</vt:lpstr>
      <vt:lpstr>PowerPoint 演示文稿</vt:lpstr>
      <vt:lpstr>7.1.3 CP0</vt:lpstr>
      <vt:lpstr>PowerPoint 演示文稿</vt:lpstr>
      <vt:lpstr>PowerPoint 演示文稿</vt:lpstr>
      <vt:lpstr>PowerPoint 演示文稿</vt:lpstr>
      <vt:lpstr>PowerPoint 演示文稿</vt:lpstr>
      <vt:lpstr>CP0主要操作</vt:lpstr>
      <vt:lpstr>CP0冒险现象</vt:lpstr>
      <vt:lpstr>7.1.4 MIPS CPU中断机制</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PPTfans网设计</dc:title>
  <dc:creator>林辉强</dc:creator>
  <cp:keywords>www.pptfans.cn</cp:keywords>
  <cp:lastModifiedBy>ddzhang</cp:lastModifiedBy>
  <cp:revision>1695</cp:revision>
  <cp:lastPrinted>2113-01-01T00:00:00Z</cp:lastPrinted>
  <dcterms:created xsi:type="dcterms:W3CDTF">2113-01-01T00:00:00Z</dcterms:created>
  <dcterms:modified xsi:type="dcterms:W3CDTF">2018-03-06T09:48:23Z</dcterms:modified>
  <cp:category>ppt模板设计</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y fmtid="{D5CDD505-2E9C-101B-9397-08002B2CF9AE}" pid="3" name="KSOProductBuildVer">
    <vt:lpwstr>2052-10.1.0.7106</vt:lpwstr>
  </property>
</Properties>
</file>