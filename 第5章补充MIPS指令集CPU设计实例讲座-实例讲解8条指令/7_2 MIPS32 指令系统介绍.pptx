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735" r:id="rId2"/>
    <p:sldId id="736" r:id="rId3"/>
    <p:sldId id="750" r:id="rId4"/>
    <p:sldId id="801" r:id="rId5"/>
    <p:sldId id="802" r:id="rId6"/>
    <p:sldId id="803" r:id="rId7"/>
    <p:sldId id="751" r:id="rId8"/>
    <p:sldId id="762" r:id="rId9"/>
    <p:sldId id="804" r:id="rId10"/>
    <p:sldId id="805" r:id="rId11"/>
    <p:sldId id="806" r:id="rId12"/>
    <p:sldId id="807" r:id="rId13"/>
    <p:sldId id="808" r:id="rId14"/>
    <p:sldId id="809" r:id="rId15"/>
    <p:sldId id="810" r:id="rId16"/>
    <p:sldId id="811" r:id="rId17"/>
    <p:sldId id="812" r:id="rId18"/>
    <p:sldId id="813" r:id="rId19"/>
    <p:sldId id="814" r:id="rId20"/>
    <p:sldId id="737" r:id="rId21"/>
  </p:sldIdLst>
  <p:sldSz cx="9144000" cy="6858000" type="screen4x3"/>
  <p:notesSz cx="7099300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619D"/>
    <a:srgbClr val="000000"/>
    <a:srgbClr val="DA2A22"/>
    <a:srgbClr val="15994D"/>
    <a:srgbClr val="342275"/>
    <a:srgbClr val="E67A1C"/>
    <a:srgbClr val="E57717"/>
    <a:srgbClr val="5891D6"/>
    <a:srgbClr val="72A2DC"/>
    <a:srgbClr val="EE9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00" autoAdjust="0"/>
    <p:restoredTop sz="92281" autoAdjust="0"/>
  </p:normalViewPr>
  <p:slideViewPr>
    <p:cSldViewPr snapToGrid="0" showGuides="1">
      <p:cViewPr varScale="1">
        <p:scale>
          <a:sx n="92" d="100"/>
          <a:sy n="92" d="100"/>
        </p:scale>
        <p:origin x="-618" y="-102"/>
      </p:cViewPr>
      <p:guideLst>
        <p:guide orient="horz" pos="570"/>
        <p:guide pos="286"/>
        <p:guide pos="54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4" d="100"/>
          <a:sy n="74" d="100"/>
        </p:scale>
        <p:origin x="-4026" y="-120"/>
      </p:cViewPr>
      <p:guideLst>
        <p:guide orient="horz" pos="3223"/>
        <p:guide pos="2236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 dirty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 smtClean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83A91915-E571-4570-80B3-E65B02A79A95}" type="datetimeFigureOut">
              <a:rPr lang="zh-CN" altLang="en-US"/>
              <a:t>2018/3/6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 dirty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/>
          <a:lstStyle>
            <a:lvl1pPr algn="r">
              <a:defRPr sz="1300">
                <a:ea typeface="微软雅黑" panose="020B0503020204020204" pitchFamily="34" charset="-122"/>
              </a:defRPr>
            </a:lvl1pPr>
          </a:lstStyle>
          <a:p>
            <a:fld id="{E0BB458E-555F-42C7-BDA8-CA9357AC47B4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82178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l">
              <a:defRPr sz="13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r">
              <a:defRPr sz="13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zh-CN" altLang="en-US" noProof="0" dirty="0" smtClean="0"/>
              <a:t>单击此处编辑母版文本样式</a:t>
            </a:r>
          </a:p>
          <a:p>
            <a:pPr lvl="1"/>
            <a:r>
              <a:rPr lang="zh-CN" altLang="en-US" noProof="0" dirty="0" smtClean="0"/>
              <a:t>第二级</a:t>
            </a:r>
          </a:p>
          <a:p>
            <a:pPr lvl="2"/>
            <a:r>
              <a:rPr lang="zh-CN" altLang="en-US" noProof="0" dirty="0" smtClean="0"/>
              <a:t>第三级</a:t>
            </a:r>
          </a:p>
          <a:p>
            <a:pPr lvl="3"/>
            <a:r>
              <a:rPr lang="zh-CN" altLang="en-US" noProof="0" dirty="0" smtClean="0"/>
              <a:t>第四级</a:t>
            </a:r>
          </a:p>
          <a:p>
            <a:pPr lvl="4"/>
            <a:r>
              <a:rPr lang="zh-CN" altLang="en-US" noProof="0" dirty="0" smtClean="0"/>
              <a:t>第五级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l">
              <a:defRPr sz="13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r">
              <a:defRPr sz="1300">
                <a:solidFill>
                  <a:schemeClr val="tx1"/>
                </a:solidFill>
                <a:ea typeface="微软雅黑" panose="020B0503020204020204" pitchFamily="34" charset="-122"/>
              </a:defRPr>
            </a:lvl1pPr>
          </a:lstStyle>
          <a:p>
            <a:fld id="{0B48A77E-79FB-4BFF-B1F0-CFD29F30865E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50022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48A77E-79FB-4BFF-B1F0-CFD29F30865E}" type="slidenum">
              <a:rPr lang="en-US" altLang="zh-CN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19592D1-04C7-4D6D-ABC4-83651DEF2C1B}" type="slidenum">
              <a:rPr lang="en-US" altLang="zh-CN" sz="1300">
                <a:solidFill>
                  <a:schemeClr val="tx1"/>
                </a:solidFill>
                <a:ea typeface="微软雅黑" panose="020B0503020204020204" pitchFamily="34" charset="-122"/>
              </a:rPr>
              <a:t>2</a:t>
            </a:fld>
            <a:endParaRPr lang="en-US" altLang="zh-CN" sz="1300">
              <a:solidFill>
                <a:schemeClr val="tx1"/>
              </a:solidFill>
              <a:ea typeface="微软雅黑" panose="020B0503020204020204" pitchFamily="34" charset="-122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mtClean="0">
                <a:latin typeface="Arial" panose="020B0604020202020204" pitchFamily="34" charset="0"/>
              </a:rPr>
              <a:t>引导学员思考经销商管理的方面，注重框架性思维的培训</a:t>
            </a:r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19592D1-04C7-4D6D-ABC4-83651DEF2C1B}" type="slidenum">
              <a:rPr lang="en-US" altLang="zh-CN" sz="1300">
                <a:solidFill>
                  <a:schemeClr val="tx1"/>
                </a:solidFill>
                <a:ea typeface="微软雅黑" panose="020B0503020204020204" pitchFamily="34" charset="-122"/>
              </a:rPr>
              <a:t>3</a:t>
            </a:fld>
            <a:endParaRPr lang="en-US" altLang="zh-CN" sz="1300">
              <a:solidFill>
                <a:schemeClr val="tx1"/>
              </a:solidFill>
              <a:ea typeface="微软雅黑" panose="020B0503020204020204" pitchFamily="34" charset="-122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mtClean="0">
                <a:latin typeface="Arial" panose="020B0604020202020204" pitchFamily="34" charset="0"/>
              </a:rPr>
              <a:t>引导学员思考经销商管理的方面，注重框架性思维的培训</a:t>
            </a:r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19592D1-04C7-4D6D-ABC4-83651DEF2C1B}" type="slidenum">
              <a:rPr lang="en-US" altLang="zh-CN" sz="1300">
                <a:solidFill>
                  <a:schemeClr val="tx1"/>
                </a:solidFill>
                <a:ea typeface="微软雅黑" panose="020B0503020204020204" pitchFamily="34" charset="-122"/>
              </a:rPr>
              <a:t>4</a:t>
            </a:fld>
            <a:endParaRPr lang="en-US" altLang="zh-CN" sz="1300">
              <a:solidFill>
                <a:schemeClr val="tx1"/>
              </a:solidFill>
              <a:ea typeface="微软雅黑" panose="020B0503020204020204" pitchFamily="34" charset="-122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mtClean="0">
                <a:latin typeface="Arial" panose="020B0604020202020204" pitchFamily="34" charset="0"/>
              </a:rPr>
              <a:t>引导学员思考经销商管理的方面，注重框架性思维的培训</a:t>
            </a:r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19592D1-04C7-4D6D-ABC4-83651DEF2C1B}" type="slidenum">
              <a:rPr lang="en-US" altLang="zh-CN" sz="1300">
                <a:solidFill>
                  <a:schemeClr val="tx1"/>
                </a:solidFill>
                <a:ea typeface="微软雅黑" panose="020B0503020204020204" pitchFamily="34" charset="-122"/>
              </a:rPr>
              <a:t>5</a:t>
            </a:fld>
            <a:endParaRPr lang="en-US" altLang="zh-CN" sz="1300">
              <a:solidFill>
                <a:schemeClr val="tx1"/>
              </a:solidFill>
              <a:ea typeface="微软雅黑" panose="020B0503020204020204" pitchFamily="34" charset="-122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mtClean="0">
                <a:latin typeface="Arial" panose="020B0604020202020204" pitchFamily="34" charset="0"/>
              </a:rPr>
              <a:t>引导学员思考经销商管理的方面，注重框架性思维的培训</a:t>
            </a:r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19592D1-04C7-4D6D-ABC4-83651DEF2C1B}" type="slidenum">
              <a:rPr lang="en-US" altLang="zh-CN" sz="1300">
                <a:solidFill>
                  <a:schemeClr val="tx1"/>
                </a:solidFill>
                <a:ea typeface="微软雅黑" panose="020B0503020204020204" pitchFamily="34" charset="-122"/>
              </a:rPr>
              <a:t>6</a:t>
            </a:fld>
            <a:endParaRPr lang="en-US" altLang="zh-CN" sz="1300">
              <a:solidFill>
                <a:schemeClr val="tx1"/>
              </a:solidFill>
              <a:ea typeface="微软雅黑" panose="020B0503020204020204" pitchFamily="34" charset="-122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mtClean="0">
                <a:latin typeface="Arial" panose="020B0604020202020204" pitchFamily="34" charset="0"/>
              </a:rPr>
              <a:t>引导学员思考经销商管理的方面，注重框架性思维的培训</a:t>
            </a:r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19592D1-04C7-4D6D-ABC4-83651DEF2C1B}" type="slidenum">
              <a:rPr lang="en-US" altLang="zh-CN" sz="1300">
                <a:solidFill>
                  <a:schemeClr val="tx1"/>
                </a:solidFill>
                <a:ea typeface="微软雅黑" panose="020B0503020204020204" pitchFamily="34" charset="-122"/>
              </a:rPr>
              <a:t>7</a:t>
            </a:fld>
            <a:endParaRPr lang="en-US" altLang="zh-CN" sz="1300">
              <a:solidFill>
                <a:schemeClr val="tx1"/>
              </a:solidFill>
              <a:ea typeface="微软雅黑" panose="020B0503020204020204" pitchFamily="34" charset="-122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mtClean="0">
                <a:latin typeface="Arial" panose="020B0604020202020204" pitchFamily="34" charset="0"/>
              </a:rPr>
              <a:t>引导学员思考经销商管理的方面，注重框架性思维的培训</a:t>
            </a:r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19592D1-04C7-4D6D-ABC4-83651DEF2C1B}" type="slidenum">
              <a:rPr lang="en-US" altLang="zh-CN" sz="1300">
                <a:solidFill>
                  <a:schemeClr val="tx1"/>
                </a:solidFill>
                <a:ea typeface="微软雅黑" panose="020B0503020204020204" pitchFamily="34" charset="-122"/>
              </a:rPr>
              <a:t>8</a:t>
            </a:fld>
            <a:endParaRPr lang="en-US" altLang="zh-CN" sz="1300">
              <a:solidFill>
                <a:schemeClr val="tx1"/>
              </a:solidFill>
              <a:ea typeface="微软雅黑" panose="020B0503020204020204" pitchFamily="34" charset="-122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mtClean="0">
                <a:latin typeface="Arial" panose="020B0604020202020204" pitchFamily="34" charset="0"/>
              </a:rPr>
              <a:t>引导学员思考经销商管理的方面，注重框架性思维的培训</a:t>
            </a:r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486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1648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028BCEE-BDA8-4DC9-BF9B-B0700E4FD9DA}" type="slidenum">
              <a:rPr lang="zh-CN" altLang="en-US" sz="1300" smtClean="0"/>
              <a:pPr algn="r" eaLnBrk="1" hangingPunct="1">
                <a:spcBef>
                  <a:spcPct val="0"/>
                </a:spcBef>
              </a:pPr>
              <a:t>9</a:t>
            </a:fld>
            <a:endParaRPr lang="zh-CN" altLang="en-US" sz="130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589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1658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3CF2B5E-66EA-453B-A031-E49D54F3F437}" type="slidenum">
              <a:rPr lang="zh-CN" altLang="en-US" sz="1300" smtClean="0"/>
              <a:pPr algn="r" eaLnBrk="1" hangingPunct="1">
                <a:spcBef>
                  <a:spcPct val="0"/>
                </a:spcBef>
              </a:pPr>
              <a:t>10</a:t>
            </a:fld>
            <a:endParaRPr lang="zh-CN" altLang="en-US" sz="130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691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1669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96EBA1C-EBF2-457E-9BFB-08569B6F029F}" type="slidenum">
              <a:rPr lang="zh-CN" altLang="en-US" sz="1300" smtClean="0"/>
              <a:pPr algn="r" eaLnBrk="1" hangingPunct="1">
                <a:spcBef>
                  <a:spcPct val="0"/>
                </a:spcBef>
              </a:pPr>
              <a:t>11</a:t>
            </a:fld>
            <a:endParaRPr lang="zh-CN" altLang="en-US" sz="130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793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167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159D20E-F7FD-4874-99C3-B96932E62128}" type="slidenum">
              <a:rPr lang="zh-CN" altLang="en-US" sz="1300" smtClean="0"/>
              <a:pPr algn="r" eaLnBrk="1" hangingPunct="1">
                <a:spcBef>
                  <a:spcPct val="0"/>
                </a:spcBef>
              </a:pPr>
              <a:t>12</a:t>
            </a:fld>
            <a:endParaRPr lang="zh-CN" altLang="en-US" sz="1300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896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1689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4C3942D-8927-432A-B540-E37F9D8CFC91}" type="slidenum">
              <a:rPr lang="zh-CN" altLang="en-US" sz="1300" smtClean="0"/>
              <a:pPr algn="r" eaLnBrk="1" hangingPunct="1">
                <a:spcBef>
                  <a:spcPct val="0"/>
                </a:spcBef>
              </a:pPr>
              <a:t>13</a:t>
            </a:fld>
            <a:endParaRPr lang="zh-CN" altLang="en-US" sz="1300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998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1699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72A98D2-A739-4C92-AB69-EF3607629AC4}" type="slidenum">
              <a:rPr lang="zh-CN" altLang="en-US" sz="1300" smtClean="0"/>
              <a:pPr algn="r" eaLnBrk="1" hangingPunct="1">
                <a:spcBef>
                  <a:spcPct val="0"/>
                </a:spcBef>
              </a:pPr>
              <a:t>14</a:t>
            </a:fld>
            <a:endParaRPr lang="zh-CN" altLang="en-US" sz="1300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101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1710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483340C-60AF-47B4-90DE-64797B749AE4}" type="slidenum">
              <a:rPr lang="zh-CN" altLang="en-US" sz="1300" smtClean="0"/>
              <a:pPr algn="r" eaLnBrk="1" hangingPunct="1">
                <a:spcBef>
                  <a:spcPct val="0"/>
                </a:spcBef>
              </a:pPr>
              <a:t>16</a:t>
            </a:fld>
            <a:endParaRPr lang="zh-CN" altLang="en-US" sz="130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0" y="6126486"/>
            <a:ext cx="9143999" cy="731514"/>
            <a:chOff x="1" y="2947547"/>
            <a:chExt cx="9143999" cy="2827685"/>
          </a:xfrm>
        </p:grpSpPr>
        <p:sp>
          <p:nvSpPr>
            <p:cNvPr id="5" name="任意多边形 4"/>
            <p:cNvSpPr/>
            <p:nvPr/>
          </p:nvSpPr>
          <p:spPr>
            <a:xfrm>
              <a:off x="1" y="2947547"/>
              <a:ext cx="9143999" cy="2297356"/>
            </a:xfrm>
            <a:custGeom>
              <a:avLst/>
              <a:gdLst>
                <a:gd name="connsiteX0" fmla="*/ 9143999 w 9143999"/>
                <a:gd name="connsiteY0" fmla="*/ 0 h 2051818"/>
                <a:gd name="connsiteX1" fmla="*/ 9143999 w 9143999"/>
                <a:gd name="connsiteY1" fmla="*/ 2051818 h 2051818"/>
                <a:gd name="connsiteX2" fmla="*/ 0 w 9143999"/>
                <a:gd name="connsiteY2" fmla="*/ 2051818 h 2051818"/>
                <a:gd name="connsiteX3" fmla="*/ 0 w 9143999"/>
                <a:gd name="connsiteY3" fmla="*/ 1204077 h 2051818"/>
                <a:gd name="connsiteX4" fmla="*/ 6027 w 9143999"/>
                <a:gd name="connsiteY4" fmla="*/ 1207403 h 2051818"/>
                <a:gd name="connsiteX5" fmla="*/ 7674511 w 9143999"/>
                <a:gd name="connsiteY5" fmla="*/ 718908 h 2051818"/>
                <a:gd name="connsiteX6" fmla="*/ 9044856 w 9143999"/>
                <a:gd name="connsiteY6" fmla="*/ 57555 h 2051818"/>
                <a:gd name="connsiteX7" fmla="*/ 9143999 w 9143999"/>
                <a:gd name="connsiteY7" fmla="*/ 0 h 2051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143999" h="2051818">
                  <a:moveTo>
                    <a:pt x="9143999" y="0"/>
                  </a:moveTo>
                  <a:lnTo>
                    <a:pt x="9143999" y="2051818"/>
                  </a:lnTo>
                  <a:lnTo>
                    <a:pt x="0" y="2051818"/>
                  </a:lnTo>
                  <a:lnTo>
                    <a:pt x="0" y="1204077"/>
                  </a:lnTo>
                  <a:lnTo>
                    <a:pt x="6027" y="1207403"/>
                  </a:lnTo>
                  <a:cubicBezTo>
                    <a:pt x="2066505" y="2238985"/>
                    <a:pt x="5621740" y="1499327"/>
                    <a:pt x="7674511" y="718908"/>
                  </a:cubicBezTo>
                  <a:cubicBezTo>
                    <a:pt x="8085065" y="562824"/>
                    <a:pt x="8552064" y="336225"/>
                    <a:pt x="9044856" y="57555"/>
                  </a:cubicBezTo>
                  <a:lnTo>
                    <a:pt x="9143999" y="0"/>
                  </a:lnTo>
                  <a:close/>
                </a:path>
              </a:pathLst>
            </a:custGeom>
            <a:gradFill>
              <a:gsLst>
                <a:gs pos="0">
                  <a:srgbClr val="04619D"/>
                </a:gs>
                <a:gs pos="100000">
                  <a:srgbClr val="342275">
                    <a:alpha val="80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6" name="任意多边形 5"/>
            <p:cNvSpPr/>
            <p:nvPr/>
          </p:nvSpPr>
          <p:spPr>
            <a:xfrm>
              <a:off x="1" y="3559995"/>
              <a:ext cx="9143999" cy="2215237"/>
            </a:xfrm>
            <a:custGeom>
              <a:avLst/>
              <a:gdLst>
                <a:gd name="connsiteX0" fmla="*/ 9143999 w 9143999"/>
                <a:gd name="connsiteY0" fmla="*/ 0 h 3478011"/>
                <a:gd name="connsiteX1" fmla="*/ 9143999 w 9143999"/>
                <a:gd name="connsiteY1" fmla="*/ 1393716 h 3478011"/>
                <a:gd name="connsiteX2" fmla="*/ 9143999 w 9143999"/>
                <a:gd name="connsiteY2" fmla="*/ 1513865 h 3478011"/>
                <a:gd name="connsiteX3" fmla="*/ 9143999 w 9143999"/>
                <a:gd name="connsiteY3" fmla="*/ 3478011 h 3478011"/>
                <a:gd name="connsiteX4" fmla="*/ 0 w 9143999"/>
                <a:gd name="connsiteY4" fmla="*/ 3478011 h 3478011"/>
                <a:gd name="connsiteX5" fmla="*/ 0 w 9143999"/>
                <a:gd name="connsiteY5" fmla="*/ 1513865 h 3478011"/>
                <a:gd name="connsiteX6" fmla="*/ 0 w 9143999"/>
                <a:gd name="connsiteY6" fmla="*/ 1393716 h 3478011"/>
                <a:gd name="connsiteX7" fmla="*/ 0 w 9143999"/>
                <a:gd name="connsiteY7" fmla="*/ 846204 h 3478011"/>
                <a:gd name="connsiteX8" fmla="*/ 303379 w 9143999"/>
                <a:gd name="connsiteY8" fmla="*/ 970246 h 3478011"/>
                <a:gd name="connsiteX9" fmla="*/ 8360497 w 9143999"/>
                <a:gd name="connsiteY9" fmla="*/ 342756 h 3478011"/>
                <a:gd name="connsiteX10" fmla="*/ 8941037 w 9143999"/>
                <a:gd name="connsiteY10" fmla="*/ 98098 h 3478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43999" h="3478011">
                  <a:moveTo>
                    <a:pt x="9143999" y="0"/>
                  </a:moveTo>
                  <a:lnTo>
                    <a:pt x="9143999" y="1393716"/>
                  </a:lnTo>
                  <a:lnTo>
                    <a:pt x="9143999" y="1513865"/>
                  </a:lnTo>
                  <a:lnTo>
                    <a:pt x="9143999" y="3478011"/>
                  </a:lnTo>
                  <a:lnTo>
                    <a:pt x="0" y="3478011"/>
                  </a:lnTo>
                  <a:lnTo>
                    <a:pt x="0" y="1513865"/>
                  </a:lnTo>
                  <a:lnTo>
                    <a:pt x="0" y="1393716"/>
                  </a:lnTo>
                  <a:lnTo>
                    <a:pt x="0" y="846204"/>
                  </a:lnTo>
                  <a:lnTo>
                    <a:pt x="303379" y="970246"/>
                  </a:lnTo>
                  <a:cubicBezTo>
                    <a:pt x="2685816" y="1852356"/>
                    <a:pt x="6241504" y="1135756"/>
                    <a:pt x="8360497" y="342756"/>
                  </a:cubicBezTo>
                  <a:cubicBezTo>
                    <a:pt x="8544757" y="273800"/>
                    <a:pt x="8739002" y="191802"/>
                    <a:pt x="8941037" y="98098"/>
                  </a:cubicBezTo>
                  <a:close/>
                </a:path>
              </a:pathLst>
            </a:custGeom>
            <a:gradFill flip="none" rotWithShape="1">
              <a:gsLst>
                <a:gs pos="26000">
                  <a:schemeClr val="bg1"/>
                </a:gs>
                <a:gs pos="100000">
                  <a:srgbClr val="DFDFDF">
                    <a:lumMod val="52000"/>
                    <a:lumOff val="48000"/>
                  </a:srgbClr>
                </a:gs>
              </a:gsLst>
              <a:lin ang="27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-7" y="-1"/>
            <a:ext cx="9144001" cy="1882013"/>
            <a:chOff x="1" y="2994858"/>
            <a:chExt cx="9144001" cy="3162457"/>
          </a:xfrm>
        </p:grpSpPr>
        <p:sp>
          <p:nvSpPr>
            <p:cNvPr id="8" name="任意多边形 7"/>
            <p:cNvSpPr/>
            <p:nvPr/>
          </p:nvSpPr>
          <p:spPr>
            <a:xfrm>
              <a:off x="1" y="2994858"/>
              <a:ext cx="9143999" cy="2154016"/>
            </a:xfrm>
            <a:custGeom>
              <a:avLst/>
              <a:gdLst>
                <a:gd name="connsiteX0" fmla="*/ 9143999 w 9143999"/>
                <a:gd name="connsiteY0" fmla="*/ 0 h 2051818"/>
                <a:gd name="connsiteX1" fmla="*/ 9143999 w 9143999"/>
                <a:gd name="connsiteY1" fmla="*/ 2051818 h 2051818"/>
                <a:gd name="connsiteX2" fmla="*/ 0 w 9143999"/>
                <a:gd name="connsiteY2" fmla="*/ 2051818 h 2051818"/>
                <a:gd name="connsiteX3" fmla="*/ 0 w 9143999"/>
                <a:gd name="connsiteY3" fmla="*/ 1204077 h 2051818"/>
                <a:gd name="connsiteX4" fmla="*/ 6027 w 9143999"/>
                <a:gd name="connsiteY4" fmla="*/ 1207403 h 2051818"/>
                <a:gd name="connsiteX5" fmla="*/ 7674511 w 9143999"/>
                <a:gd name="connsiteY5" fmla="*/ 718908 h 2051818"/>
                <a:gd name="connsiteX6" fmla="*/ 9044856 w 9143999"/>
                <a:gd name="connsiteY6" fmla="*/ 57555 h 2051818"/>
                <a:gd name="connsiteX7" fmla="*/ 9143999 w 9143999"/>
                <a:gd name="connsiteY7" fmla="*/ 0 h 2051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143999" h="2051818">
                  <a:moveTo>
                    <a:pt x="9143999" y="0"/>
                  </a:moveTo>
                  <a:lnTo>
                    <a:pt x="9143999" y="2051818"/>
                  </a:lnTo>
                  <a:lnTo>
                    <a:pt x="0" y="2051818"/>
                  </a:lnTo>
                  <a:lnTo>
                    <a:pt x="0" y="1204077"/>
                  </a:lnTo>
                  <a:lnTo>
                    <a:pt x="6027" y="1207403"/>
                  </a:lnTo>
                  <a:cubicBezTo>
                    <a:pt x="2066505" y="2238985"/>
                    <a:pt x="5621740" y="1499327"/>
                    <a:pt x="7674511" y="718908"/>
                  </a:cubicBezTo>
                  <a:cubicBezTo>
                    <a:pt x="8085065" y="562824"/>
                    <a:pt x="8552064" y="336225"/>
                    <a:pt x="9044856" y="57555"/>
                  </a:cubicBezTo>
                  <a:lnTo>
                    <a:pt x="9143999" y="0"/>
                  </a:lnTo>
                  <a:close/>
                </a:path>
              </a:pathLst>
            </a:custGeom>
            <a:gradFill>
              <a:gsLst>
                <a:gs pos="0">
                  <a:srgbClr val="04619D"/>
                </a:gs>
                <a:gs pos="100000">
                  <a:srgbClr val="342275">
                    <a:alpha val="80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9" name="任意多边形 8"/>
            <p:cNvSpPr/>
            <p:nvPr/>
          </p:nvSpPr>
          <p:spPr>
            <a:xfrm>
              <a:off x="3" y="3474503"/>
              <a:ext cx="9143999" cy="2682812"/>
            </a:xfrm>
            <a:custGeom>
              <a:avLst/>
              <a:gdLst>
                <a:gd name="connsiteX0" fmla="*/ 9143999 w 9143999"/>
                <a:gd name="connsiteY0" fmla="*/ 0 h 3478011"/>
                <a:gd name="connsiteX1" fmla="*/ 9143999 w 9143999"/>
                <a:gd name="connsiteY1" fmla="*/ 1393716 h 3478011"/>
                <a:gd name="connsiteX2" fmla="*/ 9143999 w 9143999"/>
                <a:gd name="connsiteY2" fmla="*/ 1513865 h 3478011"/>
                <a:gd name="connsiteX3" fmla="*/ 9143999 w 9143999"/>
                <a:gd name="connsiteY3" fmla="*/ 3478011 h 3478011"/>
                <a:gd name="connsiteX4" fmla="*/ 0 w 9143999"/>
                <a:gd name="connsiteY4" fmla="*/ 3478011 h 3478011"/>
                <a:gd name="connsiteX5" fmla="*/ 0 w 9143999"/>
                <a:gd name="connsiteY5" fmla="*/ 1513865 h 3478011"/>
                <a:gd name="connsiteX6" fmla="*/ 0 w 9143999"/>
                <a:gd name="connsiteY6" fmla="*/ 1393716 h 3478011"/>
                <a:gd name="connsiteX7" fmla="*/ 0 w 9143999"/>
                <a:gd name="connsiteY7" fmla="*/ 846204 h 3478011"/>
                <a:gd name="connsiteX8" fmla="*/ 303379 w 9143999"/>
                <a:gd name="connsiteY8" fmla="*/ 970246 h 3478011"/>
                <a:gd name="connsiteX9" fmla="*/ 8360497 w 9143999"/>
                <a:gd name="connsiteY9" fmla="*/ 342756 h 3478011"/>
                <a:gd name="connsiteX10" fmla="*/ 8941037 w 9143999"/>
                <a:gd name="connsiteY10" fmla="*/ 98098 h 3478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43999" h="3478011">
                  <a:moveTo>
                    <a:pt x="9143999" y="0"/>
                  </a:moveTo>
                  <a:lnTo>
                    <a:pt x="9143999" y="1393716"/>
                  </a:lnTo>
                  <a:lnTo>
                    <a:pt x="9143999" y="1513865"/>
                  </a:lnTo>
                  <a:lnTo>
                    <a:pt x="9143999" y="3478011"/>
                  </a:lnTo>
                  <a:lnTo>
                    <a:pt x="0" y="3478011"/>
                  </a:lnTo>
                  <a:lnTo>
                    <a:pt x="0" y="1513865"/>
                  </a:lnTo>
                  <a:lnTo>
                    <a:pt x="0" y="1393716"/>
                  </a:lnTo>
                  <a:lnTo>
                    <a:pt x="0" y="846204"/>
                  </a:lnTo>
                  <a:lnTo>
                    <a:pt x="303379" y="970246"/>
                  </a:lnTo>
                  <a:cubicBezTo>
                    <a:pt x="2685816" y="1852356"/>
                    <a:pt x="6241504" y="1135756"/>
                    <a:pt x="8360497" y="342756"/>
                  </a:cubicBezTo>
                  <a:cubicBezTo>
                    <a:pt x="8544757" y="273800"/>
                    <a:pt x="8739002" y="191802"/>
                    <a:pt x="8941037" y="98098"/>
                  </a:cubicBezTo>
                  <a:close/>
                </a:path>
              </a:pathLst>
            </a:custGeom>
            <a:gradFill flip="none" rotWithShape="1">
              <a:gsLst>
                <a:gs pos="17000">
                  <a:schemeClr val="bg1"/>
                </a:gs>
                <a:gs pos="100000">
                  <a:srgbClr val="DFDFDF">
                    <a:lumMod val="73000"/>
                    <a:lumOff val="27000"/>
                  </a:srgbClr>
                </a:gs>
                <a:gs pos="81000">
                  <a:srgbClr val="DFDFDF">
                    <a:lumMod val="52000"/>
                    <a:lumOff val="48000"/>
                  </a:srgbClr>
                </a:gs>
              </a:gsLst>
              <a:lin ang="27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矩形 9"/>
          <p:cNvSpPr/>
          <p:nvPr userDrawn="1"/>
        </p:nvSpPr>
        <p:spPr>
          <a:xfrm>
            <a:off x="7400517" y="6511210"/>
            <a:ext cx="1191260" cy="213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800" kern="10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MIPS32 指令系统介绍</a:t>
            </a: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8703044" y="6511211"/>
            <a:ext cx="211221" cy="21544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none" lIns="72000" tIns="72000" rIns="72000" bIns="72000" rtlCol="0" anchor="ctr">
            <a:noAutofit/>
          </a:bodyPr>
          <a:lstStyle/>
          <a:p>
            <a:pPr algn="ctr"/>
            <a:fld id="{CE5B7511-CC96-41DE-A965-D9C44FD5C89D}" type="slidenum">
              <a:rPr lang="zh-CN" altLang="en-US" sz="800" b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endParaRPr lang="zh-CN" alt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453759" y="6511210"/>
            <a:ext cx="1412240" cy="213995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r>
              <a:rPr lang="zh-CN" altLang="en-US" sz="800" b="1" kern="10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同济大学电子与信息工程学院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1950" y="371408"/>
            <a:ext cx="8229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72000" rIns="0" bIns="7200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algn="l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975"/>
          <a:stretch>
            <a:fillRect/>
          </a:stretch>
        </p:blipFill>
        <p:spPr>
          <a:xfrm>
            <a:off x="8041082" y="247834"/>
            <a:ext cx="865985" cy="869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3276600" y="6324600"/>
            <a:ext cx="2895600" cy="3365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同济大学计算机科学与技术系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1"/>
          </p:nvPr>
        </p:nvSpPr>
        <p:spPr>
          <a:xfrm>
            <a:off x="3810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A0591E-4E66-4EE4-B3F8-DC4E62CBDFFF}" type="datetime1">
              <a:rPr lang="zh-CN" altLang="en-US"/>
              <a:pPr>
                <a:defRPr/>
              </a:pPr>
              <a:t>2018/3/6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739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"/>
          <p:cNvSpPr>
            <a:spLocks noChangeArrowheads="1"/>
          </p:cNvSpPr>
          <p:nvPr userDrawn="1"/>
        </p:nvSpPr>
        <p:spPr bwMode="auto">
          <a:xfrm>
            <a:off x="-6324600" y="609600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1027" name="TextBox 3"/>
          <p:cNvSpPr txBox="1">
            <a:spLocks noChangeArrowheads="1"/>
          </p:cNvSpPr>
          <p:nvPr userDrawn="1"/>
        </p:nvSpPr>
        <p:spPr bwMode="auto">
          <a:xfrm>
            <a:off x="2081213" y="2679700"/>
            <a:ext cx="5502275" cy="17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r" eaLnBrk="0" hangingPunct="0"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3" t="15384" b="513"/>
          <a:stretch>
            <a:fillRect/>
          </a:stretch>
        </p:blipFill>
        <p:spPr bwMode="auto">
          <a:xfrm>
            <a:off x="0" y="1"/>
            <a:ext cx="9143999" cy="4760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任意多边形 14"/>
          <p:cNvSpPr/>
          <p:nvPr/>
        </p:nvSpPr>
        <p:spPr>
          <a:xfrm>
            <a:off x="0" y="2842036"/>
            <a:ext cx="9143999" cy="2051818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gradFill>
            <a:gsLst>
              <a:gs pos="0">
                <a:srgbClr val="04619D"/>
              </a:gs>
              <a:gs pos="100000">
                <a:srgbClr val="342275">
                  <a:alpha val="8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/>
        </p:nvSpPr>
        <p:spPr>
          <a:xfrm>
            <a:off x="0" y="3379990"/>
            <a:ext cx="9143999" cy="3478011"/>
          </a:xfrm>
          <a:custGeom>
            <a:avLst/>
            <a:gdLst>
              <a:gd name="connsiteX0" fmla="*/ 9143999 w 9143999"/>
              <a:gd name="connsiteY0" fmla="*/ 0 h 3478011"/>
              <a:gd name="connsiteX1" fmla="*/ 9143999 w 9143999"/>
              <a:gd name="connsiteY1" fmla="*/ 1393716 h 3478011"/>
              <a:gd name="connsiteX2" fmla="*/ 9143999 w 9143999"/>
              <a:gd name="connsiteY2" fmla="*/ 1513865 h 3478011"/>
              <a:gd name="connsiteX3" fmla="*/ 9143999 w 9143999"/>
              <a:gd name="connsiteY3" fmla="*/ 3478011 h 3478011"/>
              <a:gd name="connsiteX4" fmla="*/ 0 w 9143999"/>
              <a:gd name="connsiteY4" fmla="*/ 3478011 h 3478011"/>
              <a:gd name="connsiteX5" fmla="*/ 0 w 9143999"/>
              <a:gd name="connsiteY5" fmla="*/ 1513865 h 3478011"/>
              <a:gd name="connsiteX6" fmla="*/ 0 w 9143999"/>
              <a:gd name="connsiteY6" fmla="*/ 1393716 h 3478011"/>
              <a:gd name="connsiteX7" fmla="*/ 0 w 9143999"/>
              <a:gd name="connsiteY7" fmla="*/ 846204 h 3478011"/>
              <a:gd name="connsiteX8" fmla="*/ 303379 w 9143999"/>
              <a:gd name="connsiteY8" fmla="*/ 970246 h 3478011"/>
              <a:gd name="connsiteX9" fmla="*/ 8360497 w 9143999"/>
              <a:gd name="connsiteY9" fmla="*/ 342756 h 3478011"/>
              <a:gd name="connsiteX10" fmla="*/ 8941037 w 9143999"/>
              <a:gd name="connsiteY10" fmla="*/ 98098 h 3478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43999" h="3478011">
                <a:moveTo>
                  <a:pt x="9143999" y="0"/>
                </a:moveTo>
                <a:lnTo>
                  <a:pt x="9143999" y="1393716"/>
                </a:lnTo>
                <a:lnTo>
                  <a:pt x="9143999" y="1513865"/>
                </a:lnTo>
                <a:lnTo>
                  <a:pt x="9143999" y="3478011"/>
                </a:lnTo>
                <a:lnTo>
                  <a:pt x="0" y="3478011"/>
                </a:lnTo>
                <a:lnTo>
                  <a:pt x="0" y="1513865"/>
                </a:lnTo>
                <a:lnTo>
                  <a:pt x="0" y="1393716"/>
                </a:lnTo>
                <a:lnTo>
                  <a:pt x="0" y="846204"/>
                </a:lnTo>
                <a:lnTo>
                  <a:pt x="303379" y="970246"/>
                </a:lnTo>
                <a:cubicBezTo>
                  <a:pt x="2685816" y="1852356"/>
                  <a:pt x="6241504" y="1135756"/>
                  <a:pt x="8360497" y="342756"/>
                </a:cubicBezTo>
                <a:cubicBezTo>
                  <a:pt x="8544757" y="273800"/>
                  <a:pt x="8739002" y="191802"/>
                  <a:pt x="8941037" y="98098"/>
                </a:cubicBezTo>
                <a:close/>
              </a:path>
            </a:pathLst>
          </a:custGeom>
          <a:gradFill flip="none" rotWithShape="1">
            <a:gsLst>
              <a:gs pos="17000">
                <a:schemeClr val="bg1"/>
              </a:gs>
              <a:gs pos="100000">
                <a:srgbClr val="DFDFDF">
                  <a:lumMod val="52000"/>
                  <a:lumOff val="48000"/>
                </a:srgbClr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ea typeface="微软雅黑" panose="020B0503020204020204" pitchFamily="34" charset="-122"/>
            </a:endParaRPr>
          </a:p>
        </p:txBody>
      </p:sp>
      <p:sp>
        <p:nvSpPr>
          <p:cNvPr id="18" name="标题 3"/>
          <p:cNvSpPr>
            <a:spLocks noGrp="1"/>
          </p:cNvSpPr>
          <p:nvPr>
            <p:ph type="title" idx="4294967295"/>
          </p:nvPr>
        </p:nvSpPr>
        <p:spPr>
          <a:xfrm>
            <a:off x="503238" y="5272088"/>
            <a:ext cx="5135563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>
                <a:solidFill>
                  <a:srgbClr val="04619D"/>
                </a:solidFill>
              </a:rPr>
              <a:t>7.2 MIPS32 指令系统介绍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975"/>
          <a:stretch>
            <a:fillRect/>
          </a:stretch>
        </p:blipFill>
        <p:spPr>
          <a:xfrm>
            <a:off x="7513630" y="5143321"/>
            <a:ext cx="1456200" cy="14623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 bwMode="auto">
          <a:xfrm>
            <a:off x="-1" y="0"/>
            <a:ext cx="4368801" cy="6858000"/>
          </a:xfrm>
          <a:prstGeom prst="rect">
            <a:avLst/>
          </a:prstGeom>
          <a:gradFill>
            <a:gsLst>
              <a:gs pos="0">
                <a:srgbClr val="04619D"/>
              </a:gs>
              <a:gs pos="100000">
                <a:srgbClr val="342275">
                  <a:alpha val="8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7" name="矩形 46"/>
          <p:cNvSpPr/>
          <p:nvPr/>
        </p:nvSpPr>
        <p:spPr bwMode="auto">
          <a:xfrm rot="5400000" flipV="1">
            <a:off x="1270707" y="-1270708"/>
            <a:ext cx="1827382" cy="4368800"/>
          </a:xfrm>
          <a:prstGeom prst="rect">
            <a:avLst/>
          </a:prstGeom>
          <a:gradFill>
            <a:gsLst>
              <a:gs pos="0">
                <a:srgbClr val="04619D"/>
              </a:gs>
              <a:gs pos="100000">
                <a:srgbClr val="342275">
                  <a:alpha val="8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8" name="矩形 37"/>
          <p:cNvSpPr/>
          <p:nvPr/>
        </p:nvSpPr>
        <p:spPr bwMode="auto">
          <a:xfrm rot="5400000">
            <a:off x="1371901" y="3861106"/>
            <a:ext cx="1624987" cy="4368801"/>
          </a:xfrm>
          <a:prstGeom prst="rect">
            <a:avLst/>
          </a:prstGeom>
          <a:gradFill>
            <a:gsLst>
              <a:gs pos="0">
                <a:srgbClr val="04619D"/>
              </a:gs>
              <a:gs pos="100000">
                <a:srgbClr val="342275">
                  <a:alpha val="8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53" name="组合 52"/>
          <p:cNvGrpSpPr/>
          <p:nvPr/>
        </p:nvGrpSpPr>
        <p:grpSpPr>
          <a:xfrm>
            <a:off x="0" y="1070223"/>
            <a:ext cx="2754050" cy="4646991"/>
            <a:chOff x="0" y="1111187"/>
            <a:chExt cx="2754050" cy="4646991"/>
          </a:xfrm>
        </p:grpSpPr>
        <p:sp>
          <p:nvSpPr>
            <p:cNvPr id="48" name="椭圆 47"/>
            <p:cNvSpPr/>
            <p:nvPr/>
          </p:nvSpPr>
          <p:spPr>
            <a:xfrm>
              <a:off x="2450246" y="4863799"/>
              <a:ext cx="200570" cy="200570"/>
            </a:xfrm>
            <a:prstGeom prst="ellipse">
              <a:avLst/>
            </a:pr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0" y="1111187"/>
              <a:ext cx="312134" cy="312134"/>
            </a:xfrm>
            <a:prstGeom prst="ellipse">
              <a:avLst/>
            </a:prstGeom>
            <a:solidFill>
              <a:schemeClr val="bg1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114320" y="1611397"/>
              <a:ext cx="904679" cy="904679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854236" y="5460064"/>
              <a:ext cx="298114" cy="298114"/>
            </a:xfrm>
            <a:prstGeom prst="ellipse">
              <a:avLst/>
            </a:prstGeom>
            <a:solidFill>
              <a:schemeClr val="bg1"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椭圆 51"/>
            <p:cNvSpPr/>
            <p:nvPr/>
          </p:nvSpPr>
          <p:spPr>
            <a:xfrm>
              <a:off x="2313236" y="1194804"/>
              <a:ext cx="440814" cy="440814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29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1" t="10084" r="295" b="10084"/>
          <a:stretch>
            <a:fillRect/>
          </a:stretch>
        </p:blipFill>
        <p:spPr bwMode="auto">
          <a:xfrm>
            <a:off x="0" y="2120900"/>
            <a:ext cx="4592057" cy="2818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任意多边形 38"/>
          <p:cNvSpPr/>
          <p:nvPr/>
        </p:nvSpPr>
        <p:spPr>
          <a:xfrm rot="16200000">
            <a:off x="67870" y="1470438"/>
            <a:ext cx="6858003" cy="391712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  <a:gd name="connsiteX0-1" fmla="*/ 9143999 w 9143999"/>
              <a:gd name="connsiteY0-2" fmla="*/ 0 h 2051818"/>
              <a:gd name="connsiteX1-3" fmla="*/ 9143999 w 9143999"/>
              <a:gd name="connsiteY1-4" fmla="*/ 2051818 h 2051818"/>
              <a:gd name="connsiteX2-5" fmla="*/ 0 w 9143999"/>
              <a:gd name="connsiteY2-6" fmla="*/ 2051818 h 2051818"/>
              <a:gd name="connsiteX3-7" fmla="*/ 0 w 9143999"/>
              <a:gd name="connsiteY3-8" fmla="*/ 1204077 h 2051818"/>
              <a:gd name="connsiteX4-9" fmla="*/ 6027 w 9143999"/>
              <a:gd name="connsiteY4-10" fmla="*/ 1207403 h 2051818"/>
              <a:gd name="connsiteX5-11" fmla="*/ 9044856 w 9143999"/>
              <a:gd name="connsiteY5-12" fmla="*/ 57555 h 2051818"/>
              <a:gd name="connsiteX6-13" fmla="*/ 9143999 w 9143999"/>
              <a:gd name="connsiteY6-14" fmla="*/ 0 h 2051818"/>
              <a:gd name="connsiteX0-15" fmla="*/ 9143999 w 9143999"/>
              <a:gd name="connsiteY0-16" fmla="*/ 0 h 2051818"/>
              <a:gd name="connsiteX1-17" fmla="*/ 9143999 w 9143999"/>
              <a:gd name="connsiteY1-18" fmla="*/ 2051818 h 2051818"/>
              <a:gd name="connsiteX2-19" fmla="*/ 0 w 9143999"/>
              <a:gd name="connsiteY2-20" fmla="*/ 2051818 h 2051818"/>
              <a:gd name="connsiteX3-21" fmla="*/ 0 w 9143999"/>
              <a:gd name="connsiteY3-22" fmla="*/ 1204077 h 2051818"/>
              <a:gd name="connsiteX4-23" fmla="*/ 6027 w 9143999"/>
              <a:gd name="connsiteY4-24" fmla="*/ 1207403 h 2051818"/>
              <a:gd name="connsiteX5-25" fmla="*/ 9143999 w 9143999"/>
              <a:gd name="connsiteY5-26" fmla="*/ 0 h 2051818"/>
              <a:gd name="connsiteX0-27" fmla="*/ 9143999 w 9143999"/>
              <a:gd name="connsiteY0-28" fmla="*/ 0 h 2051818"/>
              <a:gd name="connsiteX1-29" fmla="*/ 9143999 w 9143999"/>
              <a:gd name="connsiteY1-30" fmla="*/ 2051818 h 2051818"/>
              <a:gd name="connsiteX2-31" fmla="*/ 0 w 9143999"/>
              <a:gd name="connsiteY2-32" fmla="*/ 2051818 h 2051818"/>
              <a:gd name="connsiteX3-33" fmla="*/ 0 w 9143999"/>
              <a:gd name="connsiteY3-34" fmla="*/ 1204077 h 2051818"/>
              <a:gd name="connsiteX4-35" fmla="*/ 6027 w 9143999"/>
              <a:gd name="connsiteY4-36" fmla="*/ 1207403 h 2051818"/>
              <a:gd name="connsiteX5-37" fmla="*/ 9143999 w 9143999"/>
              <a:gd name="connsiteY5-38" fmla="*/ 0 h 2051818"/>
              <a:gd name="connsiteX0-39" fmla="*/ 9143999 w 9143999"/>
              <a:gd name="connsiteY0-40" fmla="*/ 0 h 2051818"/>
              <a:gd name="connsiteX1-41" fmla="*/ 9143999 w 9143999"/>
              <a:gd name="connsiteY1-42" fmla="*/ 2051818 h 2051818"/>
              <a:gd name="connsiteX2-43" fmla="*/ 0 w 9143999"/>
              <a:gd name="connsiteY2-44" fmla="*/ 2051818 h 2051818"/>
              <a:gd name="connsiteX3-45" fmla="*/ 0 w 9143999"/>
              <a:gd name="connsiteY3-46" fmla="*/ 1204077 h 2051818"/>
              <a:gd name="connsiteX4-47" fmla="*/ 6027 w 9143999"/>
              <a:gd name="connsiteY4-48" fmla="*/ 1207403 h 2051818"/>
              <a:gd name="connsiteX5-49" fmla="*/ 9143999 w 9143999"/>
              <a:gd name="connsiteY5-50" fmla="*/ 0 h 2051818"/>
              <a:gd name="connsiteX0-51" fmla="*/ 9143999 w 9143999"/>
              <a:gd name="connsiteY0-52" fmla="*/ 0 h 2051818"/>
              <a:gd name="connsiteX1-53" fmla="*/ 9143999 w 9143999"/>
              <a:gd name="connsiteY1-54" fmla="*/ 2051818 h 2051818"/>
              <a:gd name="connsiteX2-55" fmla="*/ 0 w 9143999"/>
              <a:gd name="connsiteY2-56" fmla="*/ 2051818 h 2051818"/>
              <a:gd name="connsiteX3-57" fmla="*/ 0 w 9143999"/>
              <a:gd name="connsiteY3-58" fmla="*/ 1204077 h 2051818"/>
              <a:gd name="connsiteX4-59" fmla="*/ 6027 w 9143999"/>
              <a:gd name="connsiteY4-60" fmla="*/ 1207403 h 2051818"/>
              <a:gd name="connsiteX5-61" fmla="*/ 9143999 w 9143999"/>
              <a:gd name="connsiteY5-62" fmla="*/ 0 h 2051818"/>
              <a:gd name="connsiteX0-63" fmla="*/ 9143999 w 9143999"/>
              <a:gd name="connsiteY0-64" fmla="*/ 130228 h 2182046"/>
              <a:gd name="connsiteX1-65" fmla="*/ 9143999 w 9143999"/>
              <a:gd name="connsiteY1-66" fmla="*/ 2182046 h 2182046"/>
              <a:gd name="connsiteX2-67" fmla="*/ 0 w 9143999"/>
              <a:gd name="connsiteY2-68" fmla="*/ 2182046 h 2182046"/>
              <a:gd name="connsiteX3-69" fmla="*/ 0 w 9143999"/>
              <a:gd name="connsiteY3-70" fmla="*/ 1334305 h 2182046"/>
              <a:gd name="connsiteX4-71" fmla="*/ 6027 w 9143999"/>
              <a:gd name="connsiteY4-72" fmla="*/ 0 h 2182046"/>
              <a:gd name="connsiteX5-73" fmla="*/ 9143999 w 9143999"/>
              <a:gd name="connsiteY5-74" fmla="*/ 130228 h 2182046"/>
              <a:gd name="connsiteX0-75" fmla="*/ 9143999 w 9143999"/>
              <a:gd name="connsiteY0-76" fmla="*/ 0 h 2051818"/>
              <a:gd name="connsiteX1-77" fmla="*/ 9143999 w 9143999"/>
              <a:gd name="connsiteY1-78" fmla="*/ 2051818 h 2051818"/>
              <a:gd name="connsiteX2-79" fmla="*/ 0 w 9143999"/>
              <a:gd name="connsiteY2-80" fmla="*/ 2051818 h 2051818"/>
              <a:gd name="connsiteX3-81" fmla="*/ 0 w 9143999"/>
              <a:gd name="connsiteY3-82" fmla="*/ 1204077 h 2051818"/>
              <a:gd name="connsiteX4-83" fmla="*/ 25380 w 9143999"/>
              <a:gd name="connsiteY4-84" fmla="*/ 54648 h 2051818"/>
              <a:gd name="connsiteX5-85" fmla="*/ 9143999 w 9143999"/>
              <a:gd name="connsiteY5-86" fmla="*/ 0 h 2051818"/>
              <a:gd name="connsiteX0-87" fmla="*/ 9143999 w 9143999"/>
              <a:gd name="connsiteY0-88" fmla="*/ 0 h 2051818"/>
              <a:gd name="connsiteX1-89" fmla="*/ 9143999 w 9143999"/>
              <a:gd name="connsiteY1-90" fmla="*/ 2051818 h 2051818"/>
              <a:gd name="connsiteX2-91" fmla="*/ 0 w 9143999"/>
              <a:gd name="connsiteY2-92" fmla="*/ 2051818 h 2051818"/>
              <a:gd name="connsiteX3-93" fmla="*/ 0 w 9143999"/>
              <a:gd name="connsiteY3-94" fmla="*/ 1204077 h 2051818"/>
              <a:gd name="connsiteX4-95" fmla="*/ 25380 w 9143999"/>
              <a:gd name="connsiteY4-96" fmla="*/ 54648 h 2051818"/>
              <a:gd name="connsiteX5-97" fmla="*/ 9143999 w 9143999"/>
              <a:gd name="connsiteY5-98" fmla="*/ 0 h 2051818"/>
              <a:gd name="connsiteX0-99" fmla="*/ 9143999 w 9143999"/>
              <a:gd name="connsiteY0-100" fmla="*/ 0 h 2051818"/>
              <a:gd name="connsiteX1-101" fmla="*/ 9143999 w 9143999"/>
              <a:gd name="connsiteY1-102" fmla="*/ 2051818 h 2051818"/>
              <a:gd name="connsiteX2-103" fmla="*/ 0 w 9143999"/>
              <a:gd name="connsiteY2-104" fmla="*/ 2051818 h 2051818"/>
              <a:gd name="connsiteX3-105" fmla="*/ 0 w 9143999"/>
              <a:gd name="connsiteY3-106" fmla="*/ 1204077 h 2051818"/>
              <a:gd name="connsiteX4-107" fmla="*/ 25380 w 9143999"/>
              <a:gd name="connsiteY4-108" fmla="*/ 54648 h 2051818"/>
              <a:gd name="connsiteX5-109" fmla="*/ 9143999 w 9143999"/>
              <a:gd name="connsiteY5-110" fmla="*/ 0 h 2051818"/>
              <a:gd name="connsiteX0-111" fmla="*/ 9143999 w 9143999"/>
              <a:gd name="connsiteY0-112" fmla="*/ 0 h 2051818"/>
              <a:gd name="connsiteX1-113" fmla="*/ 9143999 w 9143999"/>
              <a:gd name="connsiteY1-114" fmla="*/ 2051818 h 2051818"/>
              <a:gd name="connsiteX2-115" fmla="*/ 0 w 9143999"/>
              <a:gd name="connsiteY2-116" fmla="*/ 2051818 h 2051818"/>
              <a:gd name="connsiteX3-117" fmla="*/ 0 w 9143999"/>
              <a:gd name="connsiteY3-118" fmla="*/ 1204077 h 2051818"/>
              <a:gd name="connsiteX4-119" fmla="*/ 25380 w 9143999"/>
              <a:gd name="connsiteY4-120" fmla="*/ 54648 h 2051818"/>
              <a:gd name="connsiteX5-121" fmla="*/ 9143999 w 9143999"/>
              <a:gd name="connsiteY5-122" fmla="*/ 0 h 2051818"/>
              <a:gd name="connsiteX0-123" fmla="*/ 9124647 w 9143999"/>
              <a:gd name="connsiteY0-124" fmla="*/ 0 h 2127943"/>
              <a:gd name="connsiteX1-125" fmla="*/ 9143999 w 9143999"/>
              <a:gd name="connsiteY1-126" fmla="*/ 2127943 h 2127943"/>
              <a:gd name="connsiteX2-127" fmla="*/ 0 w 9143999"/>
              <a:gd name="connsiteY2-128" fmla="*/ 2127943 h 2127943"/>
              <a:gd name="connsiteX3-129" fmla="*/ 0 w 9143999"/>
              <a:gd name="connsiteY3-130" fmla="*/ 1280202 h 2127943"/>
              <a:gd name="connsiteX4-131" fmla="*/ 25380 w 9143999"/>
              <a:gd name="connsiteY4-132" fmla="*/ 130773 h 2127943"/>
              <a:gd name="connsiteX5-133" fmla="*/ 9124647 w 9143999"/>
              <a:gd name="connsiteY5-134" fmla="*/ 0 h 2127943"/>
              <a:gd name="connsiteX0-135" fmla="*/ 9124647 w 9143999"/>
              <a:gd name="connsiteY0-136" fmla="*/ 0 h 2127943"/>
              <a:gd name="connsiteX1-137" fmla="*/ 9143999 w 9143999"/>
              <a:gd name="connsiteY1-138" fmla="*/ 2127943 h 2127943"/>
              <a:gd name="connsiteX2-139" fmla="*/ 0 w 9143999"/>
              <a:gd name="connsiteY2-140" fmla="*/ 2127943 h 2127943"/>
              <a:gd name="connsiteX3-141" fmla="*/ 0 w 9143999"/>
              <a:gd name="connsiteY3-142" fmla="*/ 1280202 h 2127943"/>
              <a:gd name="connsiteX4-143" fmla="*/ 25380 w 9143999"/>
              <a:gd name="connsiteY4-144" fmla="*/ 130773 h 2127943"/>
              <a:gd name="connsiteX5-145" fmla="*/ 9124647 w 9143999"/>
              <a:gd name="connsiteY5-146" fmla="*/ 0 h 2127943"/>
              <a:gd name="connsiteX0-147" fmla="*/ 9124647 w 9143999"/>
              <a:gd name="connsiteY0-148" fmla="*/ 0 h 2127943"/>
              <a:gd name="connsiteX1-149" fmla="*/ 9143999 w 9143999"/>
              <a:gd name="connsiteY1-150" fmla="*/ 2127943 h 2127943"/>
              <a:gd name="connsiteX2-151" fmla="*/ 0 w 9143999"/>
              <a:gd name="connsiteY2-152" fmla="*/ 2127943 h 2127943"/>
              <a:gd name="connsiteX3-153" fmla="*/ 0 w 9143999"/>
              <a:gd name="connsiteY3-154" fmla="*/ 1280202 h 2127943"/>
              <a:gd name="connsiteX4-155" fmla="*/ 6028 w 9143999"/>
              <a:gd name="connsiteY4-156" fmla="*/ 11147 h 2127943"/>
              <a:gd name="connsiteX5-157" fmla="*/ 9124647 w 9143999"/>
              <a:gd name="connsiteY5-158" fmla="*/ 0 h 2127943"/>
              <a:gd name="connsiteX0-159" fmla="*/ 9138134 w 9157486"/>
              <a:gd name="connsiteY0-160" fmla="*/ 0 h 2127943"/>
              <a:gd name="connsiteX1-161" fmla="*/ 9157486 w 9157486"/>
              <a:gd name="connsiteY1-162" fmla="*/ 2127943 h 2127943"/>
              <a:gd name="connsiteX2-163" fmla="*/ 13487 w 9157486"/>
              <a:gd name="connsiteY2-164" fmla="*/ 2127943 h 2127943"/>
              <a:gd name="connsiteX3-165" fmla="*/ 13487 w 9157486"/>
              <a:gd name="connsiteY3-166" fmla="*/ 1280202 h 2127943"/>
              <a:gd name="connsiteX4-167" fmla="*/ 163 w 9157486"/>
              <a:gd name="connsiteY4-168" fmla="*/ 141648 h 2127943"/>
              <a:gd name="connsiteX5-169" fmla="*/ 9138134 w 9157486"/>
              <a:gd name="connsiteY5-170" fmla="*/ 0 h 212794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9157486" h="2127943">
                <a:moveTo>
                  <a:pt x="9138134" y="0"/>
                </a:moveTo>
                <a:lnTo>
                  <a:pt x="9157486" y="2127943"/>
                </a:lnTo>
                <a:lnTo>
                  <a:pt x="13487" y="2127943"/>
                </a:lnTo>
                <a:lnTo>
                  <a:pt x="13487" y="1280202"/>
                </a:lnTo>
                <a:cubicBezTo>
                  <a:pt x="15496" y="857184"/>
                  <a:pt x="-1846" y="564666"/>
                  <a:pt x="163" y="141648"/>
                </a:cubicBezTo>
                <a:cubicBezTo>
                  <a:pt x="3568670" y="1577063"/>
                  <a:pt x="7137176" y="1131097"/>
                  <a:pt x="9138134" y="0"/>
                </a:cubicBezTo>
                <a:close/>
              </a:path>
            </a:pathLst>
          </a:custGeom>
          <a:gradFill>
            <a:gsLst>
              <a:gs pos="0">
                <a:srgbClr val="04619D"/>
              </a:gs>
              <a:gs pos="100000">
                <a:srgbClr val="342275">
                  <a:alpha val="8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4" name="任意多边形 43"/>
          <p:cNvSpPr/>
          <p:nvPr/>
        </p:nvSpPr>
        <p:spPr>
          <a:xfrm rot="16200000">
            <a:off x="2269997" y="-16039"/>
            <a:ext cx="6868891" cy="6879174"/>
          </a:xfrm>
          <a:custGeom>
            <a:avLst/>
            <a:gdLst>
              <a:gd name="connsiteX0" fmla="*/ 6858000 w 6858000"/>
              <a:gd name="connsiteY0" fmla="*/ 0 h 6459417"/>
              <a:gd name="connsiteX1" fmla="*/ 6858000 w 6858000"/>
              <a:gd name="connsiteY1" fmla="*/ 1675279 h 6459417"/>
              <a:gd name="connsiteX2" fmla="*/ 6858000 w 6858000"/>
              <a:gd name="connsiteY2" fmla="*/ 1819701 h 6459417"/>
              <a:gd name="connsiteX3" fmla="*/ 6858000 w 6858000"/>
              <a:gd name="connsiteY3" fmla="*/ 2278767 h 6459417"/>
              <a:gd name="connsiteX4" fmla="*/ 6858000 w 6858000"/>
              <a:gd name="connsiteY4" fmla="*/ 3954046 h 6459417"/>
              <a:gd name="connsiteX5" fmla="*/ 6858000 w 6858000"/>
              <a:gd name="connsiteY5" fmla="*/ 4098468 h 6459417"/>
              <a:gd name="connsiteX6" fmla="*/ 6858000 w 6858000"/>
              <a:gd name="connsiteY6" fmla="*/ 4180650 h 6459417"/>
              <a:gd name="connsiteX7" fmla="*/ 6858000 w 6858000"/>
              <a:gd name="connsiteY7" fmla="*/ 6459417 h 6459417"/>
              <a:gd name="connsiteX8" fmla="*/ 0 w 6858000"/>
              <a:gd name="connsiteY8" fmla="*/ 6459417 h 6459417"/>
              <a:gd name="connsiteX9" fmla="*/ 0 w 6858000"/>
              <a:gd name="connsiteY9" fmla="*/ 4180650 h 6459417"/>
              <a:gd name="connsiteX10" fmla="*/ 0 w 6858000"/>
              <a:gd name="connsiteY10" fmla="*/ 4098468 h 6459417"/>
              <a:gd name="connsiteX11" fmla="*/ 0 w 6858000"/>
              <a:gd name="connsiteY11" fmla="*/ 3954046 h 6459417"/>
              <a:gd name="connsiteX12" fmla="*/ 0 w 6858000"/>
              <a:gd name="connsiteY12" fmla="*/ 3295924 h 6459417"/>
              <a:gd name="connsiteX13" fmla="*/ 0 w 6858000"/>
              <a:gd name="connsiteY13" fmla="*/ 1819701 h 6459417"/>
              <a:gd name="connsiteX14" fmla="*/ 0 w 6858000"/>
              <a:gd name="connsiteY14" fmla="*/ 1675279 h 6459417"/>
              <a:gd name="connsiteX15" fmla="*/ 0 w 6858000"/>
              <a:gd name="connsiteY15" fmla="*/ 1017157 h 6459417"/>
              <a:gd name="connsiteX16" fmla="*/ 227535 w 6858000"/>
              <a:gd name="connsiteY16" fmla="*/ 1166258 h 6459417"/>
              <a:gd name="connsiteX17" fmla="*/ 6270374 w 6858000"/>
              <a:gd name="connsiteY17" fmla="*/ 412001 h 6459417"/>
              <a:gd name="connsiteX18" fmla="*/ 6705779 w 6858000"/>
              <a:gd name="connsiteY18" fmla="*/ 117916 h 6459417"/>
              <a:gd name="connsiteX0-1" fmla="*/ 6858000 w 6941935"/>
              <a:gd name="connsiteY0-2" fmla="*/ 56823 h 6516240"/>
              <a:gd name="connsiteX1-3" fmla="*/ 6858000 w 6941935"/>
              <a:gd name="connsiteY1-4" fmla="*/ 1732102 h 6516240"/>
              <a:gd name="connsiteX2-5" fmla="*/ 6858000 w 6941935"/>
              <a:gd name="connsiteY2-6" fmla="*/ 1876524 h 6516240"/>
              <a:gd name="connsiteX3-7" fmla="*/ 6858000 w 6941935"/>
              <a:gd name="connsiteY3-8" fmla="*/ 2335590 h 6516240"/>
              <a:gd name="connsiteX4-9" fmla="*/ 6858000 w 6941935"/>
              <a:gd name="connsiteY4-10" fmla="*/ 4010869 h 6516240"/>
              <a:gd name="connsiteX5-11" fmla="*/ 6858000 w 6941935"/>
              <a:gd name="connsiteY5-12" fmla="*/ 4155291 h 6516240"/>
              <a:gd name="connsiteX6-13" fmla="*/ 6858000 w 6941935"/>
              <a:gd name="connsiteY6-14" fmla="*/ 4237473 h 6516240"/>
              <a:gd name="connsiteX7-15" fmla="*/ 6858000 w 6941935"/>
              <a:gd name="connsiteY7-16" fmla="*/ 6516240 h 6516240"/>
              <a:gd name="connsiteX8-17" fmla="*/ 0 w 6941935"/>
              <a:gd name="connsiteY8-18" fmla="*/ 6516240 h 6516240"/>
              <a:gd name="connsiteX9-19" fmla="*/ 0 w 6941935"/>
              <a:gd name="connsiteY9-20" fmla="*/ 4237473 h 6516240"/>
              <a:gd name="connsiteX10-21" fmla="*/ 0 w 6941935"/>
              <a:gd name="connsiteY10-22" fmla="*/ 4155291 h 6516240"/>
              <a:gd name="connsiteX11-23" fmla="*/ 0 w 6941935"/>
              <a:gd name="connsiteY11-24" fmla="*/ 4010869 h 6516240"/>
              <a:gd name="connsiteX12-25" fmla="*/ 0 w 6941935"/>
              <a:gd name="connsiteY12-26" fmla="*/ 3352747 h 6516240"/>
              <a:gd name="connsiteX13-27" fmla="*/ 0 w 6941935"/>
              <a:gd name="connsiteY13-28" fmla="*/ 1876524 h 6516240"/>
              <a:gd name="connsiteX14-29" fmla="*/ 0 w 6941935"/>
              <a:gd name="connsiteY14-30" fmla="*/ 1732102 h 6516240"/>
              <a:gd name="connsiteX15-31" fmla="*/ 0 w 6941935"/>
              <a:gd name="connsiteY15-32" fmla="*/ 1073980 h 6516240"/>
              <a:gd name="connsiteX16-33" fmla="*/ 227535 w 6941935"/>
              <a:gd name="connsiteY16-34" fmla="*/ 1223081 h 6516240"/>
              <a:gd name="connsiteX17-35" fmla="*/ 6270374 w 6941935"/>
              <a:gd name="connsiteY17-36" fmla="*/ 468824 h 6516240"/>
              <a:gd name="connsiteX18-37" fmla="*/ 6858000 w 6941935"/>
              <a:gd name="connsiteY18-38" fmla="*/ 56823 h 6516240"/>
              <a:gd name="connsiteX0-39" fmla="*/ 6858000 w 6858000"/>
              <a:gd name="connsiteY0-40" fmla="*/ 4734 h 6464151"/>
              <a:gd name="connsiteX1-41" fmla="*/ 6858000 w 6858000"/>
              <a:gd name="connsiteY1-42" fmla="*/ 1680013 h 6464151"/>
              <a:gd name="connsiteX2-43" fmla="*/ 6858000 w 6858000"/>
              <a:gd name="connsiteY2-44" fmla="*/ 1824435 h 6464151"/>
              <a:gd name="connsiteX3-45" fmla="*/ 6858000 w 6858000"/>
              <a:gd name="connsiteY3-46" fmla="*/ 2283501 h 6464151"/>
              <a:gd name="connsiteX4-47" fmla="*/ 6858000 w 6858000"/>
              <a:gd name="connsiteY4-48" fmla="*/ 3958780 h 6464151"/>
              <a:gd name="connsiteX5-49" fmla="*/ 6858000 w 6858000"/>
              <a:gd name="connsiteY5-50" fmla="*/ 4103202 h 6464151"/>
              <a:gd name="connsiteX6-51" fmla="*/ 6858000 w 6858000"/>
              <a:gd name="connsiteY6-52" fmla="*/ 4185384 h 6464151"/>
              <a:gd name="connsiteX7-53" fmla="*/ 6858000 w 6858000"/>
              <a:gd name="connsiteY7-54" fmla="*/ 6464151 h 6464151"/>
              <a:gd name="connsiteX8-55" fmla="*/ 0 w 6858000"/>
              <a:gd name="connsiteY8-56" fmla="*/ 6464151 h 6464151"/>
              <a:gd name="connsiteX9-57" fmla="*/ 0 w 6858000"/>
              <a:gd name="connsiteY9-58" fmla="*/ 4185384 h 6464151"/>
              <a:gd name="connsiteX10-59" fmla="*/ 0 w 6858000"/>
              <a:gd name="connsiteY10-60" fmla="*/ 4103202 h 6464151"/>
              <a:gd name="connsiteX11-61" fmla="*/ 0 w 6858000"/>
              <a:gd name="connsiteY11-62" fmla="*/ 3958780 h 6464151"/>
              <a:gd name="connsiteX12-63" fmla="*/ 0 w 6858000"/>
              <a:gd name="connsiteY12-64" fmla="*/ 3300658 h 6464151"/>
              <a:gd name="connsiteX13-65" fmla="*/ 0 w 6858000"/>
              <a:gd name="connsiteY13-66" fmla="*/ 1824435 h 6464151"/>
              <a:gd name="connsiteX14-67" fmla="*/ 0 w 6858000"/>
              <a:gd name="connsiteY14-68" fmla="*/ 1680013 h 6464151"/>
              <a:gd name="connsiteX15-69" fmla="*/ 0 w 6858000"/>
              <a:gd name="connsiteY15-70" fmla="*/ 1021891 h 6464151"/>
              <a:gd name="connsiteX16-71" fmla="*/ 227535 w 6858000"/>
              <a:gd name="connsiteY16-72" fmla="*/ 1170992 h 6464151"/>
              <a:gd name="connsiteX17-73" fmla="*/ 6858000 w 6858000"/>
              <a:gd name="connsiteY17-74" fmla="*/ 4734 h 6464151"/>
              <a:gd name="connsiteX0-75" fmla="*/ 6858000 w 6858000"/>
              <a:gd name="connsiteY0-76" fmla="*/ 0 h 6459417"/>
              <a:gd name="connsiteX1-77" fmla="*/ 6858000 w 6858000"/>
              <a:gd name="connsiteY1-78" fmla="*/ 1675279 h 6459417"/>
              <a:gd name="connsiteX2-79" fmla="*/ 6858000 w 6858000"/>
              <a:gd name="connsiteY2-80" fmla="*/ 1819701 h 6459417"/>
              <a:gd name="connsiteX3-81" fmla="*/ 6858000 w 6858000"/>
              <a:gd name="connsiteY3-82" fmla="*/ 2278767 h 6459417"/>
              <a:gd name="connsiteX4-83" fmla="*/ 6858000 w 6858000"/>
              <a:gd name="connsiteY4-84" fmla="*/ 3954046 h 6459417"/>
              <a:gd name="connsiteX5-85" fmla="*/ 6858000 w 6858000"/>
              <a:gd name="connsiteY5-86" fmla="*/ 4098468 h 6459417"/>
              <a:gd name="connsiteX6-87" fmla="*/ 6858000 w 6858000"/>
              <a:gd name="connsiteY6-88" fmla="*/ 4180650 h 6459417"/>
              <a:gd name="connsiteX7-89" fmla="*/ 6858000 w 6858000"/>
              <a:gd name="connsiteY7-90" fmla="*/ 6459417 h 6459417"/>
              <a:gd name="connsiteX8-91" fmla="*/ 0 w 6858000"/>
              <a:gd name="connsiteY8-92" fmla="*/ 6459417 h 6459417"/>
              <a:gd name="connsiteX9-93" fmla="*/ 0 w 6858000"/>
              <a:gd name="connsiteY9-94" fmla="*/ 4180650 h 6459417"/>
              <a:gd name="connsiteX10-95" fmla="*/ 0 w 6858000"/>
              <a:gd name="connsiteY10-96" fmla="*/ 4098468 h 6459417"/>
              <a:gd name="connsiteX11-97" fmla="*/ 0 w 6858000"/>
              <a:gd name="connsiteY11-98" fmla="*/ 3954046 h 6459417"/>
              <a:gd name="connsiteX12-99" fmla="*/ 0 w 6858000"/>
              <a:gd name="connsiteY12-100" fmla="*/ 3295924 h 6459417"/>
              <a:gd name="connsiteX13-101" fmla="*/ 0 w 6858000"/>
              <a:gd name="connsiteY13-102" fmla="*/ 1819701 h 6459417"/>
              <a:gd name="connsiteX14-103" fmla="*/ 0 w 6858000"/>
              <a:gd name="connsiteY14-104" fmla="*/ 1675279 h 6459417"/>
              <a:gd name="connsiteX15-105" fmla="*/ 0 w 6858000"/>
              <a:gd name="connsiteY15-106" fmla="*/ 1017157 h 6459417"/>
              <a:gd name="connsiteX16-107" fmla="*/ 227535 w 6858000"/>
              <a:gd name="connsiteY16-108" fmla="*/ 1166258 h 6459417"/>
              <a:gd name="connsiteX17-109" fmla="*/ 6858000 w 6858000"/>
              <a:gd name="connsiteY17-110" fmla="*/ 0 h 6459417"/>
              <a:gd name="connsiteX0-111" fmla="*/ 6858000 w 6858000"/>
              <a:gd name="connsiteY0-112" fmla="*/ 0 h 6459417"/>
              <a:gd name="connsiteX1-113" fmla="*/ 6858000 w 6858000"/>
              <a:gd name="connsiteY1-114" fmla="*/ 1675279 h 6459417"/>
              <a:gd name="connsiteX2-115" fmla="*/ 6858000 w 6858000"/>
              <a:gd name="connsiteY2-116" fmla="*/ 1819701 h 6459417"/>
              <a:gd name="connsiteX3-117" fmla="*/ 6858000 w 6858000"/>
              <a:gd name="connsiteY3-118" fmla="*/ 2278767 h 6459417"/>
              <a:gd name="connsiteX4-119" fmla="*/ 6858000 w 6858000"/>
              <a:gd name="connsiteY4-120" fmla="*/ 3954046 h 6459417"/>
              <a:gd name="connsiteX5-121" fmla="*/ 6858000 w 6858000"/>
              <a:gd name="connsiteY5-122" fmla="*/ 4098468 h 6459417"/>
              <a:gd name="connsiteX6-123" fmla="*/ 6858000 w 6858000"/>
              <a:gd name="connsiteY6-124" fmla="*/ 4180650 h 6459417"/>
              <a:gd name="connsiteX7-125" fmla="*/ 6858000 w 6858000"/>
              <a:gd name="connsiteY7-126" fmla="*/ 6459417 h 6459417"/>
              <a:gd name="connsiteX8-127" fmla="*/ 0 w 6858000"/>
              <a:gd name="connsiteY8-128" fmla="*/ 6459417 h 6459417"/>
              <a:gd name="connsiteX9-129" fmla="*/ 0 w 6858000"/>
              <a:gd name="connsiteY9-130" fmla="*/ 4180650 h 6459417"/>
              <a:gd name="connsiteX10-131" fmla="*/ 0 w 6858000"/>
              <a:gd name="connsiteY10-132" fmla="*/ 4098468 h 6459417"/>
              <a:gd name="connsiteX11-133" fmla="*/ 0 w 6858000"/>
              <a:gd name="connsiteY11-134" fmla="*/ 3954046 h 6459417"/>
              <a:gd name="connsiteX12-135" fmla="*/ 0 w 6858000"/>
              <a:gd name="connsiteY12-136" fmla="*/ 3295924 h 6459417"/>
              <a:gd name="connsiteX13-137" fmla="*/ 0 w 6858000"/>
              <a:gd name="connsiteY13-138" fmla="*/ 1819701 h 6459417"/>
              <a:gd name="connsiteX14-139" fmla="*/ 0 w 6858000"/>
              <a:gd name="connsiteY14-140" fmla="*/ 1675279 h 6459417"/>
              <a:gd name="connsiteX15-141" fmla="*/ 0 w 6858000"/>
              <a:gd name="connsiteY15-142" fmla="*/ 1017157 h 6459417"/>
              <a:gd name="connsiteX16-143" fmla="*/ 6858000 w 6858000"/>
              <a:gd name="connsiteY16-144" fmla="*/ 0 h 6459417"/>
              <a:gd name="connsiteX0-145" fmla="*/ 6858000 w 6858000"/>
              <a:gd name="connsiteY0-146" fmla="*/ 0 h 6459417"/>
              <a:gd name="connsiteX1-147" fmla="*/ 6858000 w 6858000"/>
              <a:gd name="connsiteY1-148" fmla="*/ 1675279 h 6459417"/>
              <a:gd name="connsiteX2-149" fmla="*/ 6858000 w 6858000"/>
              <a:gd name="connsiteY2-150" fmla="*/ 1819701 h 6459417"/>
              <a:gd name="connsiteX3-151" fmla="*/ 6858000 w 6858000"/>
              <a:gd name="connsiteY3-152" fmla="*/ 2278767 h 6459417"/>
              <a:gd name="connsiteX4-153" fmla="*/ 6858000 w 6858000"/>
              <a:gd name="connsiteY4-154" fmla="*/ 3954046 h 6459417"/>
              <a:gd name="connsiteX5-155" fmla="*/ 6858000 w 6858000"/>
              <a:gd name="connsiteY5-156" fmla="*/ 4098468 h 6459417"/>
              <a:gd name="connsiteX6-157" fmla="*/ 6858000 w 6858000"/>
              <a:gd name="connsiteY6-158" fmla="*/ 4180650 h 6459417"/>
              <a:gd name="connsiteX7-159" fmla="*/ 6858000 w 6858000"/>
              <a:gd name="connsiteY7-160" fmla="*/ 6459417 h 6459417"/>
              <a:gd name="connsiteX8-161" fmla="*/ 0 w 6858000"/>
              <a:gd name="connsiteY8-162" fmla="*/ 6459417 h 6459417"/>
              <a:gd name="connsiteX9-163" fmla="*/ 0 w 6858000"/>
              <a:gd name="connsiteY9-164" fmla="*/ 4180650 h 6459417"/>
              <a:gd name="connsiteX10-165" fmla="*/ 0 w 6858000"/>
              <a:gd name="connsiteY10-166" fmla="*/ 4098468 h 6459417"/>
              <a:gd name="connsiteX11-167" fmla="*/ 0 w 6858000"/>
              <a:gd name="connsiteY11-168" fmla="*/ 3954046 h 6459417"/>
              <a:gd name="connsiteX12-169" fmla="*/ 0 w 6858000"/>
              <a:gd name="connsiteY12-170" fmla="*/ 3295924 h 6459417"/>
              <a:gd name="connsiteX13-171" fmla="*/ 0 w 6858000"/>
              <a:gd name="connsiteY13-172" fmla="*/ 1819701 h 6459417"/>
              <a:gd name="connsiteX14-173" fmla="*/ 0 w 6858000"/>
              <a:gd name="connsiteY14-174" fmla="*/ 1675279 h 6459417"/>
              <a:gd name="connsiteX15-175" fmla="*/ 0 w 6858000"/>
              <a:gd name="connsiteY15-176" fmla="*/ 1017157 h 6459417"/>
              <a:gd name="connsiteX16-177" fmla="*/ 6858000 w 6858000"/>
              <a:gd name="connsiteY16-178" fmla="*/ 0 h 6459417"/>
              <a:gd name="connsiteX0-179" fmla="*/ 6858000 w 6858000"/>
              <a:gd name="connsiteY0-180" fmla="*/ 0 h 6459417"/>
              <a:gd name="connsiteX1-181" fmla="*/ 6858000 w 6858000"/>
              <a:gd name="connsiteY1-182" fmla="*/ 1675279 h 6459417"/>
              <a:gd name="connsiteX2-183" fmla="*/ 6858000 w 6858000"/>
              <a:gd name="connsiteY2-184" fmla="*/ 1819701 h 6459417"/>
              <a:gd name="connsiteX3-185" fmla="*/ 6858000 w 6858000"/>
              <a:gd name="connsiteY3-186" fmla="*/ 2278767 h 6459417"/>
              <a:gd name="connsiteX4-187" fmla="*/ 6858000 w 6858000"/>
              <a:gd name="connsiteY4-188" fmla="*/ 3954046 h 6459417"/>
              <a:gd name="connsiteX5-189" fmla="*/ 6858000 w 6858000"/>
              <a:gd name="connsiteY5-190" fmla="*/ 4098468 h 6459417"/>
              <a:gd name="connsiteX6-191" fmla="*/ 6858000 w 6858000"/>
              <a:gd name="connsiteY6-192" fmla="*/ 4180650 h 6459417"/>
              <a:gd name="connsiteX7-193" fmla="*/ 6858000 w 6858000"/>
              <a:gd name="connsiteY7-194" fmla="*/ 6459417 h 6459417"/>
              <a:gd name="connsiteX8-195" fmla="*/ 0 w 6858000"/>
              <a:gd name="connsiteY8-196" fmla="*/ 6459417 h 6459417"/>
              <a:gd name="connsiteX9-197" fmla="*/ 0 w 6858000"/>
              <a:gd name="connsiteY9-198" fmla="*/ 4180650 h 6459417"/>
              <a:gd name="connsiteX10-199" fmla="*/ 0 w 6858000"/>
              <a:gd name="connsiteY10-200" fmla="*/ 4098468 h 6459417"/>
              <a:gd name="connsiteX11-201" fmla="*/ 0 w 6858000"/>
              <a:gd name="connsiteY11-202" fmla="*/ 3954046 h 6459417"/>
              <a:gd name="connsiteX12-203" fmla="*/ 0 w 6858000"/>
              <a:gd name="connsiteY12-204" fmla="*/ 3295924 h 6459417"/>
              <a:gd name="connsiteX13-205" fmla="*/ 0 w 6858000"/>
              <a:gd name="connsiteY13-206" fmla="*/ 1819701 h 6459417"/>
              <a:gd name="connsiteX14-207" fmla="*/ 0 w 6858000"/>
              <a:gd name="connsiteY14-208" fmla="*/ 1675279 h 6459417"/>
              <a:gd name="connsiteX15-209" fmla="*/ 0 w 6858000"/>
              <a:gd name="connsiteY15-210" fmla="*/ 1017157 h 6459417"/>
              <a:gd name="connsiteX16-211" fmla="*/ 6858000 w 6858000"/>
              <a:gd name="connsiteY16-212" fmla="*/ 0 h 6459417"/>
              <a:gd name="connsiteX0-213" fmla="*/ 6858000 w 6858000"/>
              <a:gd name="connsiteY0-214" fmla="*/ 0 h 6459417"/>
              <a:gd name="connsiteX1-215" fmla="*/ 6858000 w 6858000"/>
              <a:gd name="connsiteY1-216" fmla="*/ 1675279 h 6459417"/>
              <a:gd name="connsiteX2-217" fmla="*/ 6858000 w 6858000"/>
              <a:gd name="connsiteY2-218" fmla="*/ 1819701 h 6459417"/>
              <a:gd name="connsiteX3-219" fmla="*/ 6858000 w 6858000"/>
              <a:gd name="connsiteY3-220" fmla="*/ 2278767 h 6459417"/>
              <a:gd name="connsiteX4-221" fmla="*/ 6858000 w 6858000"/>
              <a:gd name="connsiteY4-222" fmla="*/ 3954046 h 6459417"/>
              <a:gd name="connsiteX5-223" fmla="*/ 6858000 w 6858000"/>
              <a:gd name="connsiteY5-224" fmla="*/ 4098468 h 6459417"/>
              <a:gd name="connsiteX6-225" fmla="*/ 6858000 w 6858000"/>
              <a:gd name="connsiteY6-226" fmla="*/ 4180650 h 6459417"/>
              <a:gd name="connsiteX7-227" fmla="*/ 6858000 w 6858000"/>
              <a:gd name="connsiteY7-228" fmla="*/ 6459417 h 6459417"/>
              <a:gd name="connsiteX8-229" fmla="*/ 0 w 6858000"/>
              <a:gd name="connsiteY8-230" fmla="*/ 6459417 h 6459417"/>
              <a:gd name="connsiteX9-231" fmla="*/ 0 w 6858000"/>
              <a:gd name="connsiteY9-232" fmla="*/ 4180650 h 6459417"/>
              <a:gd name="connsiteX10-233" fmla="*/ 0 w 6858000"/>
              <a:gd name="connsiteY10-234" fmla="*/ 4098468 h 6459417"/>
              <a:gd name="connsiteX11-235" fmla="*/ 0 w 6858000"/>
              <a:gd name="connsiteY11-236" fmla="*/ 3954046 h 6459417"/>
              <a:gd name="connsiteX12-237" fmla="*/ 0 w 6858000"/>
              <a:gd name="connsiteY12-238" fmla="*/ 3295924 h 6459417"/>
              <a:gd name="connsiteX13-239" fmla="*/ 0 w 6858000"/>
              <a:gd name="connsiteY13-240" fmla="*/ 1819701 h 6459417"/>
              <a:gd name="connsiteX14-241" fmla="*/ 0 w 6858000"/>
              <a:gd name="connsiteY14-242" fmla="*/ 1675279 h 6459417"/>
              <a:gd name="connsiteX15-243" fmla="*/ 0 w 6858000"/>
              <a:gd name="connsiteY15-244" fmla="*/ 1017157 h 6459417"/>
              <a:gd name="connsiteX16-245" fmla="*/ 6858000 w 6858000"/>
              <a:gd name="connsiteY16-246" fmla="*/ 0 h 6459417"/>
              <a:gd name="connsiteX0-247" fmla="*/ 6858000 w 6858000"/>
              <a:gd name="connsiteY0-248" fmla="*/ 0 h 6459417"/>
              <a:gd name="connsiteX1-249" fmla="*/ 6858000 w 6858000"/>
              <a:gd name="connsiteY1-250" fmla="*/ 1675279 h 6459417"/>
              <a:gd name="connsiteX2-251" fmla="*/ 6858000 w 6858000"/>
              <a:gd name="connsiteY2-252" fmla="*/ 1819701 h 6459417"/>
              <a:gd name="connsiteX3-253" fmla="*/ 6858000 w 6858000"/>
              <a:gd name="connsiteY3-254" fmla="*/ 2278767 h 6459417"/>
              <a:gd name="connsiteX4-255" fmla="*/ 6858000 w 6858000"/>
              <a:gd name="connsiteY4-256" fmla="*/ 3954046 h 6459417"/>
              <a:gd name="connsiteX5-257" fmla="*/ 6858000 w 6858000"/>
              <a:gd name="connsiteY5-258" fmla="*/ 4098468 h 6459417"/>
              <a:gd name="connsiteX6-259" fmla="*/ 6858000 w 6858000"/>
              <a:gd name="connsiteY6-260" fmla="*/ 4180650 h 6459417"/>
              <a:gd name="connsiteX7-261" fmla="*/ 6858000 w 6858000"/>
              <a:gd name="connsiteY7-262" fmla="*/ 6459417 h 6459417"/>
              <a:gd name="connsiteX8-263" fmla="*/ 0 w 6858000"/>
              <a:gd name="connsiteY8-264" fmla="*/ 6459417 h 6459417"/>
              <a:gd name="connsiteX9-265" fmla="*/ 0 w 6858000"/>
              <a:gd name="connsiteY9-266" fmla="*/ 4180650 h 6459417"/>
              <a:gd name="connsiteX10-267" fmla="*/ 0 w 6858000"/>
              <a:gd name="connsiteY10-268" fmla="*/ 4098468 h 6459417"/>
              <a:gd name="connsiteX11-269" fmla="*/ 0 w 6858000"/>
              <a:gd name="connsiteY11-270" fmla="*/ 3954046 h 6459417"/>
              <a:gd name="connsiteX12-271" fmla="*/ 0 w 6858000"/>
              <a:gd name="connsiteY12-272" fmla="*/ 3295924 h 6459417"/>
              <a:gd name="connsiteX13-273" fmla="*/ 0 w 6858000"/>
              <a:gd name="connsiteY13-274" fmla="*/ 1819701 h 6459417"/>
              <a:gd name="connsiteX14-275" fmla="*/ 0 w 6858000"/>
              <a:gd name="connsiteY14-276" fmla="*/ 1675279 h 6459417"/>
              <a:gd name="connsiteX15-277" fmla="*/ 0 w 6858000"/>
              <a:gd name="connsiteY15-278" fmla="*/ 1017157 h 6459417"/>
              <a:gd name="connsiteX16-279" fmla="*/ 6858000 w 6858000"/>
              <a:gd name="connsiteY16-280" fmla="*/ 0 h 6459417"/>
              <a:gd name="connsiteX0-281" fmla="*/ 6858000 w 6858000"/>
              <a:gd name="connsiteY0-282" fmla="*/ 0 h 6459417"/>
              <a:gd name="connsiteX1-283" fmla="*/ 6858000 w 6858000"/>
              <a:gd name="connsiteY1-284" fmla="*/ 1675279 h 6459417"/>
              <a:gd name="connsiteX2-285" fmla="*/ 6858000 w 6858000"/>
              <a:gd name="connsiteY2-286" fmla="*/ 1819701 h 6459417"/>
              <a:gd name="connsiteX3-287" fmla="*/ 6858000 w 6858000"/>
              <a:gd name="connsiteY3-288" fmla="*/ 2278767 h 6459417"/>
              <a:gd name="connsiteX4-289" fmla="*/ 6858000 w 6858000"/>
              <a:gd name="connsiteY4-290" fmla="*/ 3954046 h 6459417"/>
              <a:gd name="connsiteX5-291" fmla="*/ 6858000 w 6858000"/>
              <a:gd name="connsiteY5-292" fmla="*/ 4098468 h 6459417"/>
              <a:gd name="connsiteX6-293" fmla="*/ 6858000 w 6858000"/>
              <a:gd name="connsiteY6-294" fmla="*/ 4180650 h 6459417"/>
              <a:gd name="connsiteX7-295" fmla="*/ 6858000 w 6858000"/>
              <a:gd name="connsiteY7-296" fmla="*/ 6459417 h 6459417"/>
              <a:gd name="connsiteX8-297" fmla="*/ 0 w 6858000"/>
              <a:gd name="connsiteY8-298" fmla="*/ 6459417 h 6459417"/>
              <a:gd name="connsiteX9-299" fmla="*/ 0 w 6858000"/>
              <a:gd name="connsiteY9-300" fmla="*/ 4180650 h 6459417"/>
              <a:gd name="connsiteX10-301" fmla="*/ 0 w 6858000"/>
              <a:gd name="connsiteY10-302" fmla="*/ 4098468 h 6459417"/>
              <a:gd name="connsiteX11-303" fmla="*/ 0 w 6858000"/>
              <a:gd name="connsiteY11-304" fmla="*/ 3954046 h 6459417"/>
              <a:gd name="connsiteX12-305" fmla="*/ 0 w 6858000"/>
              <a:gd name="connsiteY12-306" fmla="*/ 3295924 h 6459417"/>
              <a:gd name="connsiteX13-307" fmla="*/ 0 w 6858000"/>
              <a:gd name="connsiteY13-308" fmla="*/ 1819701 h 6459417"/>
              <a:gd name="connsiteX14-309" fmla="*/ 0 w 6858000"/>
              <a:gd name="connsiteY14-310" fmla="*/ 1675279 h 6459417"/>
              <a:gd name="connsiteX15-311" fmla="*/ 0 w 6858000"/>
              <a:gd name="connsiteY15-312" fmla="*/ 1017157 h 6459417"/>
              <a:gd name="connsiteX16-313" fmla="*/ 6858000 w 6858000"/>
              <a:gd name="connsiteY16-314" fmla="*/ 0 h 6459417"/>
              <a:gd name="connsiteX0-315" fmla="*/ 6858000 w 6858000"/>
              <a:gd name="connsiteY0-316" fmla="*/ 0 h 6459417"/>
              <a:gd name="connsiteX1-317" fmla="*/ 6858000 w 6858000"/>
              <a:gd name="connsiteY1-318" fmla="*/ 1675279 h 6459417"/>
              <a:gd name="connsiteX2-319" fmla="*/ 6858000 w 6858000"/>
              <a:gd name="connsiteY2-320" fmla="*/ 1819701 h 6459417"/>
              <a:gd name="connsiteX3-321" fmla="*/ 6858000 w 6858000"/>
              <a:gd name="connsiteY3-322" fmla="*/ 2278767 h 6459417"/>
              <a:gd name="connsiteX4-323" fmla="*/ 6858000 w 6858000"/>
              <a:gd name="connsiteY4-324" fmla="*/ 3954046 h 6459417"/>
              <a:gd name="connsiteX5-325" fmla="*/ 6858000 w 6858000"/>
              <a:gd name="connsiteY5-326" fmla="*/ 4098468 h 6459417"/>
              <a:gd name="connsiteX6-327" fmla="*/ 6858000 w 6858000"/>
              <a:gd name="connsiteY6-328" fmla="*/ 4180650 h 6459417"/>
              <a:gd name="connsiteX7-329" fmla="*/ 6858000 w 6858000"/>
              <a:gd name="connsiteY7-330" fmla="*/ 6459417 h 6459417"/>
              <a:gd name="connsiteX8-331" fmla="*/ 0 w 6858000"/>
              <a:gd name="connsiteY8-332" fmla="*/ 6459417 h 6459417"/>
              <a:gd name="connsiteX9-333" fmla="*/ 0 w 6858000"/>
              <a:gd name="connsiteY9-334" fmla="*/ 4180650 h 6459417"/>
              <a:gd name="connsiteX10-335" fmla="*/ 0 w 6858000"/>
              <a:gd name="connsiteY10-336" fmla="*/ 4098468 h 6459417"/>
              <a:gd name="connsiteX11-337" fmla="*/ 0 w 6858000"/>
              <a:gd name="connsiteY11-338" fmla="*/ 3954046 h 6459417"/>
              <a:gd name="connsiteX12-339" fmla="*/ 0 w 6858000"/>
              <a:gd name="connsiteY12-340" fmla="*/ 3295924 h 6459417"/>
              <a:gd name="connsiteX13-341" fmla="*/ 0 w 6858000"/>
              <a:gd name="connsiteY13-342" fmla="*/ 1819701 h 6459417"/>
              <a:gd name="connsiteX14-343" fmla="*/ 0 w 6858000"/>
              <a:gd name="connsiteY14-344" fmla="*/ 1675279 h 6459417"/>
              <a:gd name="connsiteX15-345" fmla="*/ 0 w 6858000"/>
              <a:gd name="connsiteY15-346" fmla="*/ 1017157 h 6459417"/>
              <a:gd name="connsiteX16-347" fmla="*/ 6858000 w 6858000"/>
              <a:gd name="connsiteY16-348" fmla="*/ 0 h 6459417"/>
              <a:gd name="connsiteX0-349" fmla="*/ 6858000 w 6858000"/>
              <a:gd name="connsiteY0-350" fmla="*/ 0 h 6459417"/>
              <a:gd name="connsiteX1-351" fmla="*/ 6858000 w 6858000"/>
              <a:gd name="connsiteY1-352" fmla="*/ 1675279 h 6459417"/>
              <a:gd name="connsiteX2-353" fmla="*/ 6858000 w 6858000"/>
              <a:gd name="connsiteY2-354" fmla="*/ 1819701 h 6459417"/>
              <a:gd name="connsiteX3-355" fmla="*/ 6858000 w 6858000"/>
              <a:gd name="connsiteY3-356" fmla="*/ 2278767 h 6459417"/>
              <a:gd name="connsiteX4-357" fmla="*/ 6858000 w 6858000"/>
              <a:gd name="connsiteY4-358" fmla="*/ 3954046 h 6459417"/>
              <a:gd name="connsiteX5-359" fmla="*/ 6858000 w 6858000"/>
              <a:gd name="connsiteY5-360" fmla="*/ 4098468 h 6459417"/>
              <a:gd name="connsiteX6-361" fmla="*/ 6858000 w 6858000"/>
              <a:gd name="connsiteY6-362" fmla="*/ 4180650 h 6459417"/>
              <a:gd name="connsiteX7-363" fmla="*/ 6858000 w 6858000"/>
              <a:gd name="connsiteY7-364" fmla="*/ 6459417 h 6459417"/>
              <a:gd name="connsiteX8-365" fmla="*/ 0 w 6858000"/>
              <a:gd name="connsiteY8-366" fmla="*/ 6459417 h 6459417"/>
              <a:gd name="connsiteX9-367" fmla="*/ 0 w 6858000"/>
              <a:gd name="connsiteY9-368" fmla="*/ 4180650 h 6459417"/>
              <a:gd name="connsiteX10-369" fmla="*/ 0 w 6858000"/>
              <a:gd name="connsiteY10-370" fmla="*/ 4098468 h 6459417"/>
              <a:gd name="connsiteX11-371" fmla="*/ 0 w 6858000"/>
              <a:gd name="connsiteY11-372" fmla="*/ 3954046 h 6459417"/>
              <a:gd name="connsiteX12-373" fmla="*/ 0 w 6858000"/>
              <a:gd name="connsiteY12-374" fmla="*/ 3295924 h 6459417"/>
              <a:gd name="connsiteX13-375" fmla="*/ 0 w 6858000"/>
              <a:gd name="connsiteY13-376" fmla="*/ 1819701 h 6459417"/>
              <a:gd name="connsiteX14-377" fmla="*/ 0 w 6858000"/>
              <a:gd name="connsiteY14-378" fmla="*/ 1675279 h 6459417"/>
              <a:gd name="connsiteX15-379" fmla="*/ 0 w 6858000"/>
              <a:gd name="connsiteY15-380" fmla="*/ 1017157 h 6459417"/>
              <a:gd name="connsiteX16-381" fmla="*/ 6858000 w 6858000"/>
              <a:gd name="connsiteY16-382" fmla="*/ 0 h 6459417"/>
              <a:gd name="connsiteX0-383" fmla="*/ 6858000 w 6858000"/>
              <a:gd name="connsiteY0-384" fmla="*/ 0 h 6459417"/>
              <a:gd name="connsiteX1-385" fmla="*/ 6858000 w 6858000"/>
              <a:gd name="connsiteY1-386" fmla="*/ 1675279 h 6459417"/>
              <a:gd name="connsiteX2-387" fmla="*/ 6858000 w 6858000"/>
              <a:gd name="connsiteY2-388" fmla="*/ 1819701 h 6459417"/>
              <a:gd name="connsiteX3-389" fmla="*/ 6858000 w 6858000"/>
              <a:gd name="connsiteY3-390" fmla="*/ 2278767 h 6459417"/>
              <a:gd name="connsiteX4-391" fmla="*/ 6858000 w 6858000"/>
              <a:gd name="connsiteY4-392" fmla="*/ 3954046 h 6459417"/>
              <a:gd name="connsiteX5-393" fmla="*/ 6858000 w 6858000"/>
              <a:gd name="connsiteY5-394" fmla="*/ 4098468 h 6459417"/>
              <a:gd name="connsiteX6-395" fmla="*/ 6858000 w 6858000"/>
              <a:gd name="connsiteY6-396" fmla="*/ 4180650 h 6459417"/>
              <a:gd name="connsiteX7-397" fmla="*/ 6858000 w 6858000"/>
              <a:gd name="connsiteY7-398" fmla="*/ 6459417 h 6459417"/>
              <a:gd name="connsiteX8-399" fmla="*/ 0 w 6858000"/>
              <a:gd name="connsiteY8-400" fmla="*/ 6459417 h 6459417"/>
              <a:gd name="connsiteX9-401" fmla="*/ 0 w 6858000"/>
              <a:gd name="connsiteY9-402" fmla="*/ 4180650 h 6459417"/>
              <a:gd name="connsiteX10-403" fmla="*/ 0 w 6858000"/>
              <a:gd name="connsiteY10-404" fmla="*/ 4098468 h 6459417"/>
              <a:gd name="connsiteX11-405" fmla="*/ 0 w 6858000"/>
              <a:gd name="connsiteY11-406" fmla="*/ 3954046 h 6459417"/>
              <a:gd name="connsiteX12-407" fmla="*/ 0 w 6858000"/>
              <a:gd name="connsiteY12-408" fmla="*/ 3295924 h 6459417"/>
              <a:gd name="connsiteX13-409" fmla="*/ 0 w 6858000"/>
              <a:gd name="connsiteY13-410" fmla="*/ 1819701 h 6459417"/>
              <a:gd name="connsiteX14-411" fmla="*/ 0 w 6858000"/>
              <a:gd name="connsiteY14-412" fmla="*/ 1675279 h 6459417"/>
              <a:gd name="connsiteX15-413" fmla="*/ 0 w 6858000"/>
              <a:gd name="connsiteY15-414" fmla="*/ 1017157 h 6459417"/>
              <a:gd name="connsiteX16-415" fmla="*/ 6858000 w 6858000"/>
              <a:gd name="connsiteY16-416" fmla="*/ 0 h 6459417"/>
              <a:gd name="connsiteX0-417" fmla="*/ 6858003 w 6858003"/>
              <a:gd name="connsiteY0-418" fmla="*/ 0 h 6735189"/>
              <a:gd name="connsiteX1-419" fmla="*/ 6858000 w 6858003"/>
              <a:gd name="connsiteY1-420" fmla="*/ 1951051 h 6735189"/>
              <a:gd name="connsiteX2-421" fmla="*/ 6858000 w 6858003"/>
              <a:gd name="connsiteY2-422" fmla="*/ 2095473 h 6735189"/>
              <a:gd name="connsiteX3-423" fmla="*/ 6858000 w 6858003"/>
              <a:gd name="connsiteY3-424" fmla="*/ 2554539 h 6735189"/>
              <a:gd name="connsiteX4-425" fmla="*/ 6858000 w 6858003"/>
              <a:gd name="connsiteY4-426" fmla="*/ 4229818 h 6735189"/>
              <a:gd name="connsiteX5-427" fmla="*/ 6858000 w 6858003"/>
              <a:gd name="connsiteY5-428" fmla="*/ 4374240 h 6735189"/>
              <a:gd name="connsiteX6-429" fmla="*/ 6858000 w 6858003"/>
              <a:gd name="connsiteY6-430" fmla="*/ 4456422 h 6735189"/>
              <a:gd name="connsiteX7-431" fmla="*/ 6858000 w 6858003"/>
              <a:gd name="connsiteY7-432" fmla="*/ 6735189 h 6735189"/>
              <a:gd name="connsiteX8-433" fmla="*/ 0 w 6858003"/>
              <a:gd name="connsiteY8-434" fmla="*/ 6735189 h 6735189"/>
              <a:gd name="connsiteX9-435" fmla="*/ 0 w 6858003"/>
              <a:gd name="connsiteY9-436" fmla="*/ 4456422 h 6735189"/>
              <a:gd name="connsiteX10-437" fmla="*/ 0 w 6858003"/>
              <a:gd name="connsiteY10-438" fmla="*/ 4374240 h 6735189"/>
              <a:gd name="connsiteX11-439" fmla="*/ 0 w 6858003"/>
              <a:gd name="connsiteY11-440" fmla="*/ 4229818 h 6735189"/>
              <a:gd name="connsiteX12-441" fmla="*/ 0 w 6858003"/>
              <a:gd name="connsiteY12-442" fmla="*/ 3571696 h 6735189"/>
              <a:gd name="connsiteX13-443" fmla="*/ 0 w 6858003"/>
              <a:gd name="connsiteY13-444" fmla="*/ 2095473 h 6735189"/>
              <a:gd name="connsiteX14-445" fmla="*/ 0 w 6858003"/>
              <a:gd name="connsiteY14-446" fmla="*/ 1951051 h 6735189"/>
              <a:gd name="connsiteX15-447" fmla="*/ 0 w 6858003"/>
              <a:gd name="connsiteY15-448" fmla="*/ 1292929 h 6735189"/>
              <a:gd name="connsiteX16-449" fmla="*/ 6858003 w 6858003"/>
              <a:gd name="connsiteY16-450" fmla="*/ 0 h 6735189"/>
              <a:gd name="connsiteX0-451" fmla="*/ 6858003 w 6858003"/>
              <a:gd name="connsiteY0-452" fmla="*/ 0 h 6735189"/>
              <a:gd name="connsiteX1-453" fmla="*/ 6858000 w 6858003"/>
              <a:gd name="connsiteY1-454" fmla="*/ 1951051 h 6735189"/>
              <a:gd name="connsiteX2-455" fmla="*/ 6858000 w 6858003"/>
              <a:gd name="connsiteY2-456" fmla="*/ 2095473 h 6735189"/>
              <a:gd name="connsiteX3-457" fmla="*/ 6858000 w 6858003"/>
              <a:gd name="connsiteY3-458" fmla="*/ 2554539 h 6735189"/>
              <a:gd name="connsiteX4-459" fmla="*/ 6858000 w 6858003"/>
              <a:gd name="connsiteY4-460" fmla="*/ 4229818 h 6735189"/>
              <a:gd name="connsiteX5-461" fmla="*/ 6858000 w 6858003"/>
              <a:gd name="connsiteY5-462" fmla="*/ 4374240 h 6735189"/>
              <a:gd name="connsiteX6-463" fmla="*/ 6858000 w 6858003"/>
              <a:gd name="connsiteY6-464" fmla="*/ 4456422 h 6735189"/>
              <a:gd name="connsiteX7-465" fmla="*/ 6858000 w 6858003"/>
              <a:gd name="connsiteY7-466" fmla="*/ 6735189 h 6735189"/>
              <a:gd name="connsiteX8-467" fmla="*/ 0 w 6858003"/>
              <a:gd name="connsiteY8-468" fmla="*/ 6735189 h 6735189"/>
              <a:gd name="connsiteX9-469" fmla="*/ 0 w 6858003"/>
              <a:gd name="connsiteY9-470" fmla="*/ 4456422 h 6735189"/>
              <a:gd name="connsiteX10-471" fmla="*/ 0 w 6858003"/>
              <a:gd name="connsiteY10-472" fmla="*/ 4374240 h 6735189"/>
              <a:gd name="connsiteX11-473" fmla="*/ 0 w 6858003"/>
              <a:gd name="connsiteY11-474" fmla="*/ 4229818 h 6735189"/>
              <a:gd name="connsiteX12-475" fmla="*/ 0 w 6858003"/>
              <a:gd name="connsiteY12-476" fmla="*/ 3571696 h 6735189"/>
              <a:gd name="connsiteX13-477" fmla="*/ 0 w 6858003"/>
              <a:gd name="connsiteY13-478" fmla="*/ 2095473 h 6735189"/>
              <a:gd name="connsiteX14-479" fmla="*/ 0 w 6858003"/>
              <a:gd name="connsiteY14-480" fmla="*/ 1951051 h 6735189"/>
              <a:gd name="connsiteX15-481" fmla="*/ 0 w 6858003"/>
              <a:gd name="connsiteY15-482" fmla="*/ 1292929 h 6735189"/>
              <a:gd name="connsiteX16-483" fmla="*/ 6858003 w 6858003"/>
              <a:gd name="connsiteY16-484" fmla="*/ 0 h 6735189"/>
              <a:gd name="connsiteX0-485" fmla="*/ 6858003 w 6858003"/>
              <a:gd name="connsiteY0-486" fmla="*/ 0 h 6735189"/>
              <a:gd name="connsiteX1-487" fmla="*/ 6858000 w 6858003"/>
              <a:gd name="connsiteY1-488" fmla="*/ 1951051 h 6735189"/>
              <a:gd name="connsiteX2-489" fmla="*/ 6858000 w 6858003"/>
              <a:gd name="connsiteY2-490" fmla="*/ 2095473 h 6735189"/>
              <a:gd name="connsiteX3-491" fmla="*/ 6858000 w 6858003"/>
              <a:gd name="connsiteY3-492" fmla="*/ 2554539 h 6735189"/>
              <a:gd name="connsiteX4-493" fmla="*/ 6858000 w 6858003"/>
              <a:gd name="connsiteY4-494" fmla="*/ 4229818 h 6735189"/>
              <a:gd name="connsiteX5-495" fmla="*/ 6858000 w 6858003"/>
              <a:gd name="connsiteY5-496" fmla="*/ 4374240 h 6735189"/>
              <a:gd name="connsiteX6-497" fmla="*/ 6858000 w 6858003"/>
              <a:gd name="connsiteY6-498" fmla="*/ 4456422 h 6735189"/>
              <a:gd name="connsiteX7-499" fmla="*/ 6858000 w 6858003"/>
              <a:gd name="connsiteY7-500" fmla="*/ 6735189 h 6735189"/>
              <a:gd name="connsiteX8-501" fmla="*/ 0 w 6858003"/>
              <a:gd name="connsiteY8-502" fmla="*/ 6735189 h 6735189"/>
              <a:gd name="connsiteX9-503" fmla="*/ 0 w 6858003"/>
              <a:gd name="connsiteY9-504" fmla="*/ 4456422 h 6735189"/>
              <a:gd name="connsiteX10-505" fmla="*/ 0 w 6858003"/>
              <a:gd name="connsiteY10-506" fmla="*/ 4374240 h 6735189"/>
              <a:gd name="connsiteX11-507" fmla="*/ 0 w 6858003"/>
              <a:gd name="connsiteY11-508" fmla="*/ 4229818 h 6735189"/>
              <a:gd name="connsiteX12-509" fmla="*/ 0 w 6858003"/>
              <a:gd name="connsiteY12-510" fmla="*/ 3571696 h 6735189"/>
              <a:gd name="connsiteX13-511" fmla="*/ 0 w 6858003"/>
              <a:gd name="connsiteY13-512" fmla="*/ 2095473 h 6735189"/>
              <a:gd name="connsiteX14-513" fmla="*/ 0 w 6858003"/>
              <a:gd name="connsiteY14-514" fmla="*/ 1951051 h 6735189"/>
              <a:gd name="connsiteX15-515" fmla="*/ 0 w 6858003"/>
              <a:gd name="connsiteY15-516" fmla="*/ 1292929 h 6735189"/>
              <a:gd name="connsiteX16-517" fmla="*/ 6858003 w 6858003"/>
              <a:gd name="connsiteY16-518" fmla="*/ 0 h 6735189"/>
              <a:gd name="connsiteX0-519" fmla="*/ 6858003 w 6858003"/>
              <a:gd name="connsiteY0-520" fmla="*/ 0 h 6735189"/>
              <a:gd name="connsiteX1-521" fmla="*/ 6858000 w 6858003"/>
              <a:gd name="connsiteY1-522" fmla="*/ 1951051 h 6735189"/>
              <a:gd name="connsiteX2-523" fmla="*/ 6858000 w 6858003"/>
              <a:gd name="connsiteY2-524" fmla="*/ 2095473 h 6735189"/>
              <a:gd name="connsiteX3-525" fmla="*/ 6858000 w 6858003"/>
              <a:gd name="connsiteY3-526" fmla="*/ 2554539 h 6735189"/>
              <a:gd name="connsiteX4-527" fmla="*/ 6858000 w 6858003"/>
              <a:gd name="connsiteY4-528" fmla="*/ 4229818 h 6735189"/>
              <a:gd name="connsiteX5-529" fmla="*/ 6858000 w 6858003"/>
              <a:gd name="connsiteY5-530" fmla="*/ 4374240 h 6735189"/>
              <a:gd name="connsiteX6-531" fmla="*/ 6858000 w 6858003"/>
              <a:gd name="connsiteY6-532" fmla="*/ 4456422 h 6735189"/>
              <a:gd name="connsiteX7-533" fmla="*/ 6858000 w 6858003"/>
              <a:gd name="connsiteY7-534" fmla="*/ 6735189 h 6735189"/>
              <a:gd name="connsiteX8-535" fmla="*/ 0 w 6858003"/>
              <a:gd name="connsiteY8-536" fmla="*/ 6735189 h 6735189"/>
              <a:gd name="connsiteX9-537" fmla="*/ 0 w 6858003"/>
              <a:gd name="connsiteY9-538" fmla="*/ 4456422 h 6735189"/>
              <a:gd name="connsiteX10-539" fmla="*/ 0 w 6858003"/>
              <a:gd name="connsiteY10-540" fmla="*/ 4374240 h 6735189"/>
              <a:gd name="connsiteX11-541" fmla="*/ 0 w 6858003"/>
              <a:gd name="connsiteY11-542" fmla="*/ 4229818 h 6735189"/>
              <a:gd name="connsiteX12-543" fmla="*/ 0 w 6858003"/>
              <a:gd name="connsiteY12-544" fmla="*/ 3571696 h 6735189"/>
              <a:gd name="connsiteX13-545" fmla="*/ 0 w 6858003"/>
              <a:gd name="connsiteY13-546" fmla="*/ 2095473 h 6735189"/>
              <a:gd name="connsiteX14-547" fmla="*/ 0 w 6858003"/>
              <a:gd name="connsiteY14-548" fmla="*/ 1951051 h 6735189"/>
              <a:gd name="connsiteX15-549" fmla="*/ 0 w 6858003"/>
              <a:gd name="connsiteY15-550" fmla="*/ 1292929 h 6735189"/>
              <a:gd name="connsiteX16-551" fmla="*/ 6858003 w 6858003"/>
              <a:gd name="connsiteY16-552" fmla="*/ 0 h 6735189"/>
              <a:gd name="connsiteX0-553" fmla="*/ 6858003 w 6858003"/>
              <a:gd name="connsiteY0-554" fmla="*/ 0 h 6735189"/>
              <a:gd name="connsiteX1-555" fmla="*/ 6858000 w 6858003"/>
              <a:gd name="connsiteY1-556" fmla="*/ 1951051 h 6735189"/>
              <a:gd name="connsiteX2-557" fmla="*/ 6858000 w 6858003"/>
              <a:gd name="connsiteY2-558" fmla="*/ 2095473 h 6735189"/>
              <a:gd name="connsiteX3-559" fmla="*/ 6858000 w 6858003"/>
              <a:gd name="connsiteY3-560" fmla="*/ 2554539 h 6735189"/>
              <a:gd name="connsiteX4-561" fmla="*/ 6858000 w 6858003"/>
              <a:gd name="connsiteY4-562" fmla="*/ 4229818 h 6735189"/>
              <a:gd name="connsiteX5-563" fmla="*/ 6858000 w 6858003"/>
              <a:gd name="connsiteY5-564" fmla="*/ 4374240 h 6735189"/>
              <a:gd name="connsiteX6-565" fmla="*/ 6858000 w 6858003"/>
              <a:gd name="connsiteY6-566" fmla="*/ 4456422 h 6735189"/>
              <a:gd name="connsiteX7-567" fmla="*/ 6858000 w 6858003"/>
              <a:gd name="connsiteY7-568" fmla="*/ 6735189 h 6735189"/>
              <a:gd name="connsiteX8-569" fmla="*/ 0 w 6858003"/>
              <a:gd name="connsiteY8-570" fmla="*/ 6735189 h 6735189"/>
              <a:gd name="connsiteX9-571" fmla="*/ 0 w 6858003"/>
              <a:gd name="connsiteY9-572" fmla="*/ 4456422 h 6735189"/>
              <a:gd name="connsiteX10-573" fmla="*/ 0 w 6858003"/>
              <a:gd name="connsiteY10-574" fmla="*/ 4374240 h 6735189"/>
              <a:gd name="connsiteX11-575" fmla="*/ 0 w 6858003"/>
              <a:gd name="connsiteY11-576" fmla="*/ 4229818 h 6735189"/>
              <a:gd name="connsiteX12-577" fmla="*/ 0 w 6858003"/>
              <a:gd name="connsiteY12-578" fmla="*/ 3571696 h 6735189"/>
              <a:gd name="connsiteX13-579" fmla="*/ 0 w 6858003"/>
              <a:gd name="connsiteY13-580" fmla="*/ 2095473 h 6735189"/>
              <a:gd name="connsiteX14-581" fmla="*/ 0 w 6858003"/>
              <a:gd name="connsiteY14-582" fmla="*/ 1951051 h 6735189"/>
              <a:gd name="connsiteX15-583" fmla="*/ 0 w 6858003"/>
              <a:gd name="connsiteY15-584" fmla="*/ 1292929 h 6735189"/>
              <a:gd name="connsiteX16-585" fmla="*/ 6858003 w 6858003"/>
              <a:gd name="connsiteY16-586" fmla="*/ 0 h 6735189"/>
              <a:gd name="connsiteX0-587" fmla="*/ 6858003 w 6858003"/>
              <a:gd name="connsiteY0-588" fmla="*/ 0 h 7431875"/>
              <a:gd name="connsiteX1-589" fmla="*/ 6858000 w 6858003"/>
              <a:gd name="connsiteY1-590" fmla="*/ 2647737 h 7431875"/>
              <a:gd name="connsiteX2-591" fmla="*/ 6858000 w 6858003"/>
              <a:gd name="connsiteY2-592" fmla="*/ 2792159 h 7431875"/>
              <a:gd name="connsiteX3-593" fmla="*/ 6858000 w 6858003"/>
              <a:gd name="connsiteY3-594" fmla="*/ 3251225 h 7431875"/>
              <a:gd name="connsiteX4-595" fmla="*/ 6858000 w 6858003"/>
              <a:gd name="connsiteY4-596" fmla="*/ 4926504 h 7431875"/>
              <a:gd name="connsiteX5-597" fmla="*/ 6858000 w 6858003"/>
              <a:gd name="connsiteY5-598" fmla="*/ 5070926 h 7431875"/>
              <a:gd name="connsiteX6-599" fmla="*/ 6858000 w 6858003"/>
              <a:gd name="connsiteY6-600" fmla="*/ 5153108 h 7431875"/>
              <a:gd name="connsiteX7-601" fmla="*/ 6858000 w 6858003"/>
              <a:gd name="connsiteY7-602" fmla="*/ 7431875 h 7431875"/>
              <a:gd name="connsiteX8-603" fmla="*/ 0 w 6858003"/>
              <a:gd name="connsiteY8-604" fmla="*/ 7431875 h 7431875"/>
              <a:gd name="connsiteX9-605" fmla="*/ 0 w 6858003"/>
              <a:gd name="connsiteY9-606" fmla="*/ 5153108 h 7431875"/>
              <a:gd name="connsiteX10-607" fmla="*/ 0 w 6858003"/>
              <a:gd name="connsiteY10-608" fmla="*/ 5070926 h 7431875"/>
              <a:gd name="connsiteX11-609" fmla="*/ 0 w 6858003"/>
              <a:gd name="connsiteY11-610" fmla="*/ 4926504 h 7431875"/>
              <a:gd name="connsiteX12-611" fmla="*/ 0 w 6858003"/>
              <a:gd name="connsiteY12-612" fmla="*/ 4268382 h 7431875"/>
              <a:gd name="connsiteX13-613" fmla="*/ 0 w 6858003"/>
              <a:gd name="connsiteY13-614" fmla="*/ 2792159 h 7431875"/>
              <a:gd name="connsiteX14-615" fmla="*/ 0 w 6858003"/>
              <a:gd name="connsiteY14-616" fmla="*/ 2647737 h 7431875"/>
              <a:gd name="connsiteX15-617" fmla="*/ 0 w 6858003"/>
              <a:gd name="connsiteY15-618" fmla="*/ 1989615 h 7431875"/>
              <a:gd name="connsiteX16-619" fmla="*/ 6858003 w 6858003"/>
              <a:gd name="connsiteY16-620" fmla="*/ 0 h 7431875"/>
              <a:gd name="connsiteX0-621" fmla="*/ 6872517 w 6872517"/>
              <a:gd name="connsiteY0-622" fmla="*/ 0 h 7431875"/>
              <a:gd name="connsiteX1-623" fmla="*/ 6872514 w 6872517"/>
              <a:gd name="connsiteY1-624" fmla="*/ 2647737 h 7431875"/>
              <a:gd name="connsiteX2-625" fmla="*/ 6872514 w 6872517"/>
              <a:gd name="connsiteY2-626" fmla="*/ 2792159 h 7431875"/>
              <a:gd name="connsiteX3-627" fmla="*/ 6872514 w 6872517"/>
              <a:gd name="connsiteY3-628" fmla="*/ 3251225 h 7431875"/>
              <a:gd name="connsiteX4-629" fmla="*/ 6872514 w 6872517"/>
              <a:gd name="connsiteY4-630" fmla="*/ 4926504 h 7431875"/>
              <a:gd name="connsiteX5-631" fmla="*/ 6872514 w 6872517"/>
              <a:gd name="connsiteY5-632" fmla="*/ 5070926 h 7431875"/>
              <a:gd name="connsiteX6-633" fmla="*/ 6872514 w 6872517"/>
              <a:gd name="connsiteY6-634" fmla="*/ 5153108 h 7431875"/>
              <a:gd name="connsiteX7-635" fmla="*/ 6872514 w 6872517"/>
              <a:gd name="connsiteY7-636" fmla="*/ 7431875 h 7431875"/>
              <a:gd name="connsiteX8-637" fmla="*/ 14514 w 6872517"/>
              <a:gd name="connsiteY8-638" fmla="*/ 7431875 h 7431875"/>
              <a:gd name="connsiteX9-639" fmla="*/ 14514 w 6872517"/>
              <a:gd name="connsiteY9-640" fmla="*/ 5153108 h 7431875"/>
              <a:gd name="connsiteX10-641" fmla="*/ 14514 w 6872517"/>
              <a:gd name="connsiteY10-642" fmla="*/ 5070926 h 7431875"/>
              <a:gd name="connsiteX11-643" fmla="*/ 14514 w 6872517"/>
              <a:gd name="connsiteY11-644" fmla="*/ 4926504 h 7431875"/>
              <a:gd name="connsiteX12-645" fmla="*/ 14514 w 6872517"/>
              <a:gd name="connsiteY12-646" fmla="*/ 4268382 h 7431875"/>
              <a:gd name="connsiteX13-647" fmla="*/ 14514 w 6872517"/>
              <a:gd name="connsiteY13-648" fmla="*/ 2792159 h 7431875"/>
              <a:gd name="connsiteX14-649" fmla="*/ 14514 w 6872517"/>
              <a:gd name="connsiteY14-650" fmla="*/ 2647737 h 7431875"/>
              <a:gd name="connsiteX15-651" fmla="*/ 0 w 6872517"/>
              <a:gd name="connsiteY15-652" fmla="*/ 480129 h 7431875"/>
              <a:gd name="connsiteX16-653" fmla="*/ 6872517 w 6872517"/>
              <a:gd name="connsiteY16-654" fmla="*/ 0 h 7431875"/>
              <a:gd name="connsiteX0-655" fmla="*/ 6858003 w 6858003"/>
              <a:gd name="connsiteY0-656" fmla="*/ 0 h 7431875"/>
              <a:gd name="connsiteX1-657" fmla="*/ 6858000 w 6858003"/>
              <a:gd name="connsiteY1-658" fmla="*/ 2647737 h 7431875"/>
              <a:gd name="connsiteX2-659" fmla="*/ 6858000 w 6858003"/>
              <a:gd name="connsiteY2-660" fmla="*/ 2792159 h 7431875"/>
              <a:gd name="connsiteX3-661" fmla="*/ 6858000 w 6858003"/>
              <a:gd name="connsiteY3-662" fmla="*/ 3251225 h 7431875"/>
              <a:gd name="connsiteX4-663" fmla="*/ 6858000 w 6858003"/>
              <a:gd name="connsiteY4-664" fmla="*/ 4926504 h 7431875"/>
              <a:gd name="connsiteX5-665" fmla="*/ 6858000 w 6858003"/>
              <a:gd name="connsiteY5-666" fmla="*/ 5070926 h 7431875"/>
              <a:gd name="connsiteX6-667" fmla="*/ 6858000 w 6858003"/>
              <a:gd name="connsiteY6-668" fmla="*/ 5153108 h 7431875"/>
              <a:gd name="connsiteX7-669" fmla="*/ 6858000 w 6858003"/>
              <a:gd name="connsiteY7-670" fmla="*/ 7431875 h 7431875"/>
              <a:gd name="connsiteX8-671" fmla="*/ 0 w 6858003"/>
              <a:gd name="connsiteY8-672" fmla="*/ 7431875 h 7431875"/>
              <a:gd name="connsiteX9-673" fmla="*/ 0 w 6858003"/>
              <a:gd name="connsiteY9-674" fmla="*/ 5153108 h 7431875"/>
              <a:gd name="connsiteX10-675" fmla="*/ 0 w 6858003"/>
              <a:gd name="connsiteY10-676" fmla="*/ 5070926 h 7431875"/>
              <a:gd name="connsiteX11-677" fmla="*/ 0 w 6858003"/>
              <a:gd name="connsiteY11-678" fmla="*/ 4926504 h 7431875"/>
              <a:gd name="connsiteX12-679" fmla="*/ 0 w 6858003"/>
              <a:gd name="connsiteY12-680" fmla="*/ 4268382 h 7431875"/>
              <a:gd name="connsiteX13-681" fmla="*/ 0 w 6858003"/>
              <a:gd name="connsiteY13-682" fmla="*/ 2792159 h 7431875"/>
              <a:gd name="connsiteX14-683" fmla="*/ 0 w 6858003"/>
              <a:gd name="connsiteY14-684" fmla="*/ 2647737 h 7431875"/>
              <a:gd name="connsiteX15-685" fmla="*/ 0 w 6858003"/>
              <a:gd name="connsiteY15-686" fmla="*/ 552701 h 7431875"/>
              <a:gd name="connsiteX16-687" fmla="*/ 6858003 w 6858003"/>
              <a:gd name="connsiteY16-688" fmla="*/ 0 h 7431875"/>
              <a:gd name="connsiteX0-689" fmla="*/ 6858003 w 6858003"/>
              <a:gd name="connsiteY0-690" fmla="*/ 0 h 7431875"/>
              <a:gd name="connsiteX1-691" fmla="*/ 6858000 w 6858003"/>
              <a:gd name="connsiteY1-692" fmla="*/ 2647737 h 7431875"/>
              <a:gd name="connsiteX2-693" fmla="*/ 6858000 w 6858003"/>
              <a:gd name="connsiteY2-694" fmla="*/ 2792159 h 7431875"/>
              <a:gd name="connsiteX3-695" fmla="*/ 6858000 w 6858003"/>
              <a:gd name="connsiteY3-696" fmla="*/ 3251225 h 7431875"/>
              <a:gd name="connsiteX4-697" fmla="*/ 6858000 w 6858003"/>
              <a:gd name="connsiteY4-698" fmla="*/ 4926504 h 7431875"/>
              <a:gd name="connsiteX5-699" fmla="*/ 6858000 w 6858003"/>
              <a:gd name="connsiteY5-700" fmla="*/ 5070926 h 7431875"/>
              <a:gd name="connsiteX6-701" fmla="*/ 6858000 w 6858003"/>
              <a:gd name="connsiteY6-702" fmla="*/ 5153108 h 7431875"/>
              <a:gd name="connsiteX7-703" fmla="*/ 6858000 w 6858003"/>
              <a:gd name="connsiteY7-704" fmla="*/ 7431875 h 7431875"/>
              <a:gd name="connsiteX8-705" fmla="*/ 0 w 6858003"/>
              <a:gd name="connsiteY8-706" fmla="*/ 7431875 h 7431875"/>
              <a:gd name="connsiteX9-707" fmla="*/ 0 w 6858003"/>
              <a:gd name="connsiteY9-708" fmla="*/ 5153108 h 7431875"/>
              <a:gd name="connsiteX10-709" fmla="*/ 0 w 6858003"/>
              <a:gd name="connsiteY10-710" fmla="*/ 5070926 h 7431875"/>
              <a:gd name="connsiteX11-711" fmla="*/ 0 w 6858003"/>
              <a:gd name="connsiteY11-712" fmla="*/ 4926504 h 7431875"/>
              <a:gd name="connsiteX12-713" fmla="*/ 0 w 6858003"/>
              <a:gd name="connsiteY12-714" fmla="*/ 4268382 h 7431875"/>
              <a:gd name="connsiteX13-715" fmla="*/ 0 w 6858003"/>
              <a:gd name="connsiteY13-716" fmla="*/ 2792159 h 7431875"/>
              <a:gd name="connsiteX14-717" fmla="*/ 0 w 6858003"/>
              <a:gd name="connsiteY14-718" fmla="*/ 552701 h 7431875"/>
              <a:gd name="connsiteX15-719" fmla="*/ 6858003 w 6858003"/>
              <a:gd name="connsiteY15-720" fmla="*/ 0 h 7431875"/>
              <a:gd name="connsiteX0-721" fmla="*/ 6858003 w 6858003"/>
              <a:gd name="connsiteY0-722" fmla="*/ 0 h 7431875"/>
              <a:gd name="connsiteX1-723" fmla="*/ 6858000 w 6858003"/>
              <a:gd name="connsiteY1-724" fmla="*/ 2647737 h 7431875"/>
              <a:gd name="connsiteX2-725" fmla="*/ 6858000 w 6858003"/>
              <a:gd name="connsiteY2-726" fmla="*/ 2792159 h 7431875"/>
              <a:gd name="connsiteX3-727" fmla="*/ 6858000 w 6858003"/>
              <a:gd name="connsiteY3-728" fmla="*/ 3251225 h 7431875"/>
              <a:gd name="connsiteX4-729" fmla="*/ 6858000 w 6858003"/>
              <a:gd name="connsiteY4-730" fmla="*/ 4926504 h 7431875"/>
              <a:gd name="connsiteX5-731" fmla="*/ 6858000 w 6858003"/>
              <a:gd name="connsiteY5-732" fmla="*/ 5070926 h 7431875"/>
              <a:gd name="connsiteX6-733" fmla="*/ 6858000 w 6858003"/>
              <a:gd name="connsiteY6-734" fmla="*/ 5153108 h 7431875"/>
              <a:gd name="connsiteX7-735" fmla="*/ 6858000 w 6858003"/>
              <a:gd name="connsiteY7-736" fmla="*/ 7431875 h 7431875"/>
              <a:gd name="connsiteX8-737" fmla="*/ 0 w 6858003"/>
              <a:gd name="connsiteY8-738" fmla="*/ 7431875 h 7431875"/>
              <a:gd name="connsiteX9-739" fmla="*/ 0 w 6858003"/>
              <a:gd name="connsiteY9-740" fmla="*/ 5153108 h 7431875"/>
              <a:gd name="connsiteX10-741" fmla="*/ 0 w 6858003"/>
              <a:gd name="connsiteY10-742" fmla="*/ 5070926 h 7431875"/>
              <a:gd name="connsiteX11-743" fmla="*/ 0 w 6858003"/>
              <a:gd name="connsiteY11-744" fmla="*/ 4926504 h 7431875"/>
              <a:gd name="connsiteX12-745" fmla="*/ 0 w 6858003"/>
              <a:gd name="connsiteY12-746" fmla="*/ 4268382 h 7431875"/>
              <a:gd name="connsiteX13-747" fmla="*/ 0 w 6858003"/>
              <a:gd name="connsiteY13-748" fmla="*/ 552701 h 7431875"/>
              <a:gd name="connsiteX14-749" fmla="*/ 6858003 w 6858003"/>
              <a:gd name="connsiteY14-750" fmla="*/ 0 h 7431875"/>
              <a:gd name="connsiteX0-751" fmla="*/ 6858003 w 6858003"/>
              <a:gd name="connsiteY0-752" fmla="*/ 0 h 7431875"/>
              <a:gd name="connsiteX1-753" fmla="*/ 6858000 w 6858003"/>
              <a:gd name="connsiteY1-754" fmla="*/ 2647737 h 7431875"/>
              <a:gd name="connsiteX2-755" fmla="*/ 6858000 w 6858003"/>
              <a:gd name="connsiteY2-756" fmla="*/ 2792159 h 7431875"/>
              <a:gd name="connsiteX3-757" fmla="*/ 6858000 w 6858003"/>
              <a:gd name="connsiteY3-758" fmla="*/ 3251225 h 7431875"/>
              <a:gd name="connsiteX4-759" fmla="*/ 6858000 w 6858003"/>
              <a:gd name="connsiteY4-760" fmla="*/ 4926504 h 7431875"/>
              <a:gd name="connsiteX5-761" fmla="*/ 6858000 w 6858003"/>
              <a:gd name="connsiteY5-762" fmla="*/ 5070926 h 7431875"/>
              <a:gd name="connsiteX6-763" fmla="*/ 6858000 w 6858003"/>
              <a:gd name="connsiteY6-764" fmla="*/ 5153108 h 7431875"/>
              <a:gd name="connsiteX7-765" fmla="*/ 6858000 w 6858003"/>
              <a:gd name="connsiteY7-766" fmla="*/ 7431875 h 7431875"/>
              <a:gd name="connsiteX8-767" fmla="*/ 0 w 6858003"/>
              <a:gd name="connsiteY8-768" fmla="*/ 7431875 h 7431875"/>
              <a:gd name="connsiteX9-769" fmla="*/ 0 w 6858003"/>
              <a:gd name="connsiteY9-770" fmla="*/ 5153108 h 7431875"/>
              <a:gd name="connsiteX10-771" fmla="*/ 0 w 6858003"/>
              <a:gd name="connsiteY10-772" fmla="*/ 5070926 h 7431875"/>
              <a:gd name="connsiteX11-773" fmla="*/ 0 w 6858003"/>
              <a:gd name="connsiteY11-774" fmla="*/ 4926504 h 7431875"/>
              <a:gd name="connsiteX12-775" fmla="*/ 0 w 6858003"/>
              <a:gd name="connsiteY12-776" fmla="*/ 552701 h 7431875"/>
              <a:gd name="connsiteX13-777" fmla="*/ 6858003 w 6858003"/>
              <a:gd name="connsiteY13-778" fmla="*/ 0 h 7431875"/>
              <a:gd name="connsiteX0-779" fmla="*/ 6858003 w 6858003"/>
              <a:gd name="connsiteY0-780" fmla="*/ 0 h 7431875"/>
              <a:gd name="connsiteX1-781" fmla="*/ 6858000 w 6858003"/>
              <a:gd name="connsiteY1-782" fmla="*/ 2647737 h 7431875"/>
              <a:gd name="connsiteX2-783" fmla="*/ 6858000 w 6858003"/>
              <a:gd name="connsiteY2-784" fmla="*/ 2792159 h 7431875"/>
              <a:gd name="connsiteX3-785" fmla="*/ 6858000 w 6858003"/>
              <a:gd name="connsiteY3-786" fmla="*/ 3251225 h 7431875"/>
              <a:gd name="connsiteX4-787" fmla="*/ 6858000 w 6858003"/>
              <a:gd name="connsiteY4-788" fmla="*/ 4926504 h 7431875"/>
              <a:gd name="connsiteX5-789" fmla="*/ 6858000 w 6858003"/>
              <a:gd name="connsiteY5-790" fmla="*/ 5070926 h 7431875"/>
              <a:gd name="connsiteX6-791" fmla="*/ 6858000 w 6858003"/>
              <a:gd name="connsiteY6-792" fmla="*/ 5153108 h 7431875"/>
              <a:gd name="connsiteX7-793" fmla="*/ 6858000 w 6858003"/>
              <a:gd name="connsiteY7-794" fmla="*/ 7431875 h 7431875"/>
              <a:gd name="connsiteX8-795" fmla="*/ 0 w 6858003"/>
              <a:gd name="connsiteY8-796" fmla="*/ 7431875 h 7431875"/>
              <a:gd name="connsiteX9-797" fmla="*/ 0 w 6858003"/>
              <a:gd name="connsiteY9-798" fmla="*/ 5153108 h 7431875"/>
              <a:gd name="connsiteX10-799" fmla="*/ 0 w 6858003"/>
              <a:gd name="connsiteY10-800" fmla="*/ 5070926 h 7431875"/>
              <a:gd name="connsiteX11-801" fmla="*/ 0 w 6858003"/>
              <a:gd name="connsiteY11-802" fmla="*/ 552701 h 7431875"/>
              <a:gd name="connsiteX12-803" fmla="*/ 6858003 w 6858003"/>
              <a:gd name="connsiteY12-804" fmla="*/ 0 h 7431875"/>
              <a:gd name="connsiteX0-805" fmla="*/ 6858003 w 6858003"/>
              <a:gd name="connsiteY0-806" fmla="*/ 0 h 7431875"/>
              <a:gd name="connsiteX1-807" fmla="*/ 6858000 w 6858003"/>
              <a:gd name="connsiteY1-808" fmla="*/ 2647737 h 7431875"/>
              <a:gd name="connsiteX2-809" fmla="*/ 6858000 w 6858003"/>
              <a:gd name="connsiteY2-810" fmla="*/ 2792159 h 7431875"/>
              <a:gd name="connsiteX3-811" fmla="*/ 6858000 w 6858003"/>
              <a:gd name="connsiteY3-812" fmla="*/ 3251225 h 7431875"/>
              <a:gd name="connsiteX4-813" fmla="*/ 6858000 w 6858003"/>
              <a:gd name="connsiteY4-814" fmla="*/ 4926504 h 7431875"/>
              <a:gd name="connsiteX5-815" fmla="*/ 6858000 w 6858003"/>
              <a:gd name="connsiteY5-816" fmla="*/ 5070926 h 7431875"/>
              <a:gd name="connsiteX6-817" fmla="*/ 6858000 w 6858003"/>
              <a:gd name="connsiteY6-818" fmla="*/ 5153108 h 7431875"/>
              <a:gd name="connsiteX7-819" fmla="*/ 6858000 w 6858003"/>
              <a:gd name="connsiteY7-820" fmla="*/ 7431875 h 7431875"/>
              <a:gd name="connsiteX8-821" fmla="*/ 0 w 6858003"/>
              <a:gd name="connsiteY8-822" fmla="*/ 7431875 h 7431875"/>
              <a:gd name="connsiteX9-823" fmla="*/ 0 w 6858003"/>
              <a:gd name="connsiteY9-824" fmla="*/ 5153108 h 7431875"/>
              <a:gd name="connsiteX10-825" fmla="*/ 0 w 6858003"/>
              <a:gd name="connsiteY10-826" fmla="*/ 552701 h 7431875"/>
              <a:gd name="connsiteX11-827" fmla="*/ 6858003 w 6858003"/>
              <a:gd name="connsiteY11-828" fmla="*/ 0 h 7431875"/>
              <a:gd name="connsiteX0-829" fmla="*/ 6858003 w 6858003"/>
              <a:gd name="connsiteY0-830" fmla="*/ 0 h 7431875"/>
              <a:gd name="connsiteX1-831" fmla="*/ 6858000 w 6858003"/>
              <a:gd name="connsiteY1-832" fmla="*/ 2647737 h 7431875"/>
              <a:gd name="connsiteX2-833" fmla="*/ 6858000 w 6858003"/>
              <a:gd name="connsiteY2-834" fmla="*/ 2792159 h 7431875"/>
              <a:gd name="connsiteX3-835" fmla="*/ 6858000 w 6858003"/>
              <a:gd name="connsiteY3-836" fmla="*/ 3251225 h 7431875"/>
              <a:gd name="connsiteX4-837" fmla="*/ 6858000 w 6858003"/>
              <a:gd name="connsiteY4-838" fmla="*/ 4926504 h 7431875"/>
              <a:gd name="connsiteX5-839" fmla="*/ 6858000 w 6858003"/>
              <a:gd name="connsiteY5-840" fmla="*/ 5070926 h 7431875"/>
              <a:gd name="connsiteX6-841" fmla="*/ 6858000 w 6858003"/>
              <a:gd name="connsiteY6-842" fmla="*/ 5153108 h 7431875"/>
              <a:gd name="connsiteX7-843" fmla="*/ 6858000 w 6858003"/>
              <a:gd name="connsiteY7-844" fmla="*/ 7431875 h 7431875"/>
              <a:gd name="connsiteX8-845" fmla="*/ 0 w 6858003"/>
              <a:gd name="connsiteY8-846" fmla="*/ 7431875 h 7431875"/>
              <a:gd name="connsiteX9-847" fmla="*/ 0 w 6858003"/>
              <a:gd name="connsiteY9-848" fmla="*/ 552701 h 7431875"/>
              <a:gd name="connsiteX10-849" fmla="*/ 6858003 w 6858003"/>
              <a:gd name="connsiteY10-850" fmla="*/ 0 h 7431875"/>
              <a:gd name="connsiteX0-851" fmla="*/ 6858003 w 6858003"/>
              <a:gd name="connsiteY0-852" fmla="*/ 0 h 7431875"/>
              <a:gd name="connsiteX1-853" fmla="*/ 6858000 w 6858003"/>
              <a:gd name="connsiteY1-854" fmla="*/ 2647737 h 7431875"/>
              <a:gd name="connsiteX2-855" fmla="*/ 6858000 w 6858003"/>
              <a:gd name="connsiteY2-856" fmla="*/ 2792159 h 7431875"/>
              <a:gd name="connsiteX3-857" fmla="*/ 6858000 w 6858003"/>
              <a:gd name="connsiteY3-858" fmla="*/ 3251225 h 7431875"/>
              <a:gd name="connsiteX4-859" fmla="*/ 6858000 w 6858003"/>
              <a:gd name="connsiteY4-860" fmla="*/ 4926504 h 7431875"/>
              <a:gd name="connsiteX5-861" fmla="*/ 6858000 w 6858003"/>
              <a:gd name="connsiteY5-862" fmla="*/ 5070926 h 7431875"/>
              <a:gd name="connsiteX6-863" fmla="*/ 6858000 w 6858003"/>
              <a:gd name="connsiteY6-864" fmla="*/ 7431875 h 7431875"/>
              <a:gd name="connsiteX7-865" fmla="*/ 0 w 6858003"/>
              <a:gd name="connsiteY7-866" fmla="*/ 7431875 h 7431875"/>
              <a:gd name="connsiteX8-867" fmla="*/ 0 w 6858003"/>
              <a:gd name="connsiteY8-868" fmla="*/ 552701 h 7431875"/>
              <a:gd name="connsiteX9-869" fmla="*/ 6858003 w 6858003"/>
              <a:gd name="connsiteY9-870" fmla="*/ 0 h 7431875"/>
              <a:gd name="connsiteX0-871" fmla="*/ 6858003 w 6858003"/>
              <a:gd name="connsiteY0-872" fmla="*/ 0 h 7431875"/>
              <a:gd name="connsiteX1-873" fmla="*/ 6858000 w 6858003"/>
              <a:gd name="connsiteY1-874" fmla="*/ 2647737 h 7431875"/>
              <a:gd name="connsiteX2-875" fmla="*/ 6858000 w 6858003"/>
              <a:gd name="connsiteY2-876" fmla="*/ 2792159 h 7431875"/>
              <a:gd name="connsiteX3-877" fmla="*/ 6858000 w 6858003"/>
              <a:gd name="connsiteY3-878" fmla="*/ 3251225 h 7431875"/>
              <a:gd name="connsiteX4-879" fmla="*/ 6858000 w 6858003"/>
              <a:gd name="connsiteY4-880" fmla="*/ 4926504 h 7431875"/>
              <a:gd name="connsiteX5-881" fmla="*/ 6858000 w 6858003"/>
              <a:gd name="connsiteY5-882" fmla="*/ 7431875 h 7431875"/>
              <a:gd name="connsiteX6-883" fmla="*/ 0 w 6858003"/>
              <a:gd name="connsiteY6-884" fmla="*/ 7431875 h 7431875"/>
              <a:gd name="connsiteX7-885" fmla="*/ 0 w 6858003"/>
              <a:gd name="connsiteY7-886" fmla="*/ 552701 h 7431875"/>
              <a:gd name="connsiteX8-887" fmla="*/ 6858003 w 6858003"/>
              <a:gd name="connsiteY8-888" fmla="*/ 0 h 7431875"/>
              <a:gd name="connsiteX0-889" fmla="*/ 6858003 w 6858003"/>
              <a:gd name="connsiteY0-890" fmla="*/ 0 h 7431875"/>
              <a:gd name="connsiteX1-891" fmla="*/ 6858000 w 6858003"/>
              <a:gd name="connsiteY1-892" fmla="*/ 2647737 h 7431875"/>
              <a:gd name="connsiteX2-893" fmla="*/ 6858000 w 6858003"/>
              <a:gd name="connsiteY2-894" fmla="*/ 2792159 h 7431875"/>
              <a:gd name="connsiteX3-895" fmla="*/ 6858000 w 6858003"/>
              <a:gd name="connsiteY3-896" fmla="*/ 3251225 h 7431875"/>
              <a:gd name="connsiteX4-897" fmla="*/ 6858000 w 6858003"/>
              <a:gd name="connsiteY4-898" fmla="*/ 7431875 h 7431875"/>
              <a:gd name="connsiteX5-899" fmla="*/ 0 w 6858003"/>
              <a:gd name="connsiteY5-900" fmla="*/ 7431875 h 7431875"/>
              <a:gd name="connsiteX6-901" fmla="*/ 0 w 6858003"/>
              <a:gd name="connsiteY6-902" fmla="*/ 552701 h 7431875"/>
              <a:gd name="connsiteX7-903" fmla="*/ 6858003 w 6858003"/>
              <a:gd name="connsiteY7-904" fmla="*/ 0 h 7431875"/>
              <a:gd name="connsiteX0-905" fmla="*/ 6858003 w 6858003"/>
              <a:gd name="connsiteY0-906" fmla="*/ 0 h 7431875"/>
              <a:gd name="connsiteX1-907" fmla="*/ 6858000 w 6858003"/>
              <a:gd name="connsiteY1-908" fmla="*/ 2647737 h 7431875"/>
              <a:gd name="connsiteX2-909" fmla="*/ 6858000 w 6858003"/>
              <a:gd name="connsiteY2-910" fmla="*/ 2792159 h 7431875"/>
              <a:gd name="connsiteX3-911" fmla="*/ 6858000 w 6858003"/>
              <a:gd name="connsiteY3-912" fmla="*/ 7431875 h 7431875"/>
              <a:gd name="connsiteX4-913" fmla="*/ 0 w 6858003"/>
              <a:gd name="connsiteY4-914" fmla="*/ 7431875 h 7431875"/>
              <a:gd name="connsiteX5-915" fmla="*/ 0 w 6858003"/>
              <a:gd name="connsiteY5-916" fmla="*/ 552701 h 7431875"/>
              <a:gd name="connsiteX6-917" fmla="*/ 6858003 w 6858003"/>
              <a:gd name="connsiteY6-918" fmla="*/ 0 h 7431875"/>
              <a:gd name="connsiteX0-919" fmla="*/ 6858003 w 6858003"/>
              <a:gd name="connsiteY0-920" fmla="*/ 0 h 7431875"/>
              <a:gd name="connsiteX1-921" fmla="*/ 6858000 w 6858003"/>
              <a:gd name="connsiteY1-922" fmla="*/ 2647737 h 7431875"/>
              <a:gd name="connsiteX2-923" fmla="*/ 6858000 w 6858003"/>
              <a:gd name="connsiteY2-924" fmla="*/ 7431875 h 7431875"/>
              <a:gd name="connsiteX3-925" fmla="*/ 0 w 6858003"/>
              <a:gd name="connsiteY3-926" fmla="*/ 7431875 h 7431875"/>
              <a:gd name="connsiteX4-927" fmla="*/ 0 w 6858003"/>
              <a:gd name="connsiteY4-928" fmla="*/ 552701 h 7431875"/>
              <a:gd name="connsiteX5-929" fmla="*/ 6858003 w 6858003"/>
              <a:gd name="connsiteY5-930" fmla="*/ 0 h 7431875"/>
              <a:gd name="connsiteX0-931" fmla="*/ 6872517 w 6872517"/>
              <a:gd name="connsiteY0-932" fmla="*/ 42385 h 6879174"/>
              <a:gd name="connsiteX1-933" fmla="*/ 6858000 w 6872517"/>
              <a:gd name="connsiteY1-934" fmla="*/ 2095036 h 6879174"/>
              <a:gd name="connsiteX2-935" fmla="*/ 6858000 w 6872517"/>
              <a:gd name="connsiteY2-936" fmla="*/ 6879174 h 6879174"/>
              <a:gd name="connsiteX3-937" fmla="*/ 0 w 6872517"/>
              <a:gd name="connsiteY3-938" fmla="*/ 6879174 h 6879174"/>
              <a:gd name="connsiteX4-939" fmla="*/ 0 w 6872517"/>
              <a:gd name="connsiteY4-940" fmla="*/ 0 h 6879174"/>
              <a:gd name="connsiteX5-941" fmla="*/ 6872517 w 6872517"/>
              <a:gd name="connsiteY5-942" fmla="*/ 42385 h 6879174"/>
              <a:gd name="connsiteX0-943" fmla="*/ 6872520 w 6872520"/>
              <a:gd name="connsiteY0-944" fmla="*/ 0 h 6880332"/>
              <a:gd name="connsiteX1-945" fmla="*/ 6858000 w 6872520"/>
              <a:gd name="connsiteY1-946" fmla="*/ 2096194 h 6880332"/>
              <a:gd name="connsiteX2-947" fmla="*/ 6858000 w 6872520"/>
              <a:gd name="connsiteY2-948" fmla="*/ 6880332 h 6880332"/>
              <a:gd name="connsiteX3-949" fmla="*/ 0 w 6872520"/>
              <a:gd name="connsiteY3-950" fmla="*/ 6880332 h 6880332"/>
              <a:gd name="connsiteX4-951" fmla="*/ 0 w 6872520"/>
              <a:gd name="connsiteY4-952" fmla="*/ 1158 h 6880332"/>
              <a:gd name="connsiteX5-953" fmla="*/ 6872520 w 6872520"/>
              <a:gd name="connsiteY5-954" fmla="*/ 0 h 6880332"/>
              <a:gd name="connsiteX0-955" fmla="*/ 6872520 w 6872520"/>
              <a:gd name="connsiteY0-956" fmla="*/ 0 h 6880332"/>
              <a:gd name="connsiteX1-957" fmla="*/ 6858000 w 6872520"/>
              <a:gd name="connsiteY1-958" fmla="*/ 2096194 h 6880332"/>
              <a:gd name="connsiteX2-959" fmla="*/ 6858000 w 6872520"/>
              <a:gd name="connsiteY2-960" fmla="*/ 6880332 h 6880332"/>
              <a:gd name="connsiteX3-961" fmla="*/ 0 w 6872520"/>
              <a:gd name="connsiteY3-962" fmla="*/ 6880332 h 6880332"/>
              <a:gd name="connsiteX4-963" fmla="*/ 0 w 6872520"/>
              <a:gd name="connsiteY4-964" fmla="*/ 1158 h 6880332"/>
              <a:gd name="connsiteX5-965" fmla="*/ 6872520 w 6872520"/>
              <a:gd name="connsiteY5-966" fmla="*/ 0 h 6880332"/>
              <a:gd name="connsiteX0-967" fmla="*/ 6843491 w 6858000"/>
              <a:gd name="connsiteY0-968" fmla="*/ 202042 h 6879174"/>
              <a:gd name="connsiteX1-969" fmla="*/ 6858000 w 6858000"/>
              <a:gd name="connsiteY1-970" fmla="*/ 2095036 h 6879174"/>
              <a:gd name="connsiteX2-971" fmla="*/ 6858000 w 6858000"/>
              <a:gd name="connsiteY2-972" fmla="*/ 6879174 h 6879174"/>
              <a:gd name="connsiteX3-973" fmla="*/ 0 w 6858000"/>
              <a:gd name="connsiteY3-974" fmla="*/ 6879174 h 6879174"/>
              <a:gd name="connsiteX4-975" fmla="*/ 0 w 6858000"/>
              <a:gd name="connsiteY4-976" fmla="*/ 0 h 6879174"/>
              <a:gd name="connsiteX5-977" fmla="*/ 6843491 w 6858000"/>
              <a:gd name="connsiteY5-978" fmla="*/ 202042 h 6879174"/>
              <a:gd name="connsiteX0-979" fmla="*/ 6843491 w 6858000"/>
              <a:gd name="connsiteY0-980" fmla="*/ 202042 h 6879174"/>
              <a:gd name="connsiteX1-981" fmla="*/ 6858000 w 6858000"/>
              <a:gd name="connsiteY1-982" fmla="*/ 2095036 h 6879174"/>
              <a:gd name="connsiteX2-983" fmla="*/ 6858000 w 6858000"/>
              <a:gd name="connsiteY2-984" fmla="*/ 6879174 h 6879174"/>
              <a:gd name="connsiteX3-985" fmla="*/ 0 w 6858000"/>
              <a:gd name="connsiteY3-986" fmla="*/ 6879174 h 6879174"/>
              <a:gd name="connsiteX4-987" fmla="*/ 0 w 6858000"/>
              <a:gd name="connsiteY4-988" fmla="*/ 0 h 6879174"/>
              <a:gd name="connsiteX5-989" fmla="*/ 6843491 w 6858000"/>
              <a:gd name="connsiteY5-990" fmla="*/ 202042 h 6879174"/>
              <a:gd name="connsiteX0-991" fmla="*/ 6843491 w 6858000"/>
              <a:gd name="connsiteY0-992" fmla="*/ 202042 h 6879174"/>
              <a:gd name="connsiteX1-993" fmla="*/ 6858000 w 6858000"/>
              <a:gd name="connsiteY1-994" fmla="*/ 2095036 h 6879174"/>
              <a:gd name="connsiteX2-995" fmla="*/ 6858000 w 6858000"/>
              <a:gd name="connsiteY2-996" fmla="*/ 6879174 h 6879174"/>
              <a:gd name="connsiteX3-997" fmla="*/ 0 w 6858000"/>
              <a:gd name="connsiteY3-998" fmla="*/ 6879174 h 6879174"/>
              <a:gd name="connsiteX4-999" fmla="*/ 0 w 6858000"/>
              <a:gd name="connsiteY4-1000" fmla="*/ 0 h 6879174"/>
              <a:gd name="connsiteX5-1001" fmla="*/ 6843491 w 6858000"/>
              <a:gd name="connsiteY5-1002" fmla="*/ 202042 h 6879174"/>
              <a:gd name="connsiteX0-1003" fmla="*/ 6856191 w 6858000"/>
              <a:gd name="connsiteY0-1004" fmla="*/ 214742 h 6879174"/>
              <a:gd name="connsiteX1-1005" fmla="*/ 6858000 w 6858000"/>
              <a:gd name="connsiteY1-1006" fmla="*/ 2095036 h 6879174"/>
              <a:gd name="connsiteX2-1007" fmla="*/ 6858000 w 6858000"/>
              <a:gd name="connsiteY2-1008" fmla="*/ 6879174 h 6879174"/>
              <a:gd name="connsiteX3-1009" fmla="*/ 0 w 6858000"/>
              <a:gd name="connsiteY3-1010" fmla="*/ 6879174 h 6879174"/>
              <a:gd name="connsiteX4-1011" fmla="*/ 0 w 6858000"/>
              <a:gd name="connsiteY4-1012" fmla="*/ 0 h 6879174"/>
              <a:gd name="connsiteX5-1013" fmla="*/ 6856191 w 6858000"/>
              <a:gd name="connsiteY5-1014" fmla="*/ 214742 h 6879174"/>
              <a:gd name="connsiteX0-1015" fmla="*/ 6856191 w 6858000"/>
              <a:gd name="connsiteY0-1016" fmla="*/ 209979 h 6879174"/>
              <a:gd name="connsiteX1-1017" fmla="*/ 6858000 w 6858000"/>
              <a:gd name="connsiteY1-1018" fmla="*/ 2095036 h 6879174"/>
              <a:gd name="connsiteX2-1019" fmla="*/ 6858000 w 6858000"/>
              <a:gd name="connsiteY2-1020" fmla="*/ 6879174 h 6879174"/>
              <a:gd name="connsiteX3-1021" fmla="*/ 0 w 6858000"/>
              <a:gd name="connsiteY3-1022" fmla="*/ 6879174 h 6879174"/>
              <a:gd name="connsiteX4-1023" fmla="*/ 0 w 6858000"/>
              <a:gd name="connsiteY4-1024" fmla="*/ 0 h 6879174"/>
              <a:gd name="connsiteX5-1025" fmla="*/ 6856191 w 6858000"/>
              <a:gd name="connsiteY5-1026" fmla="*/ 209979 h 6879174"/>
              <a:gd name="connsiteX0-1027" fmla="*/ 6868891 w 6868891"/>
              <a:gd name="connsiteY0-1028" fmla="*/ 197279 h 6879174"/>
              <a:gd name="connsiteX1-1029" fmla="*/ 6858000 w 6868891"/>
              <a:gd name="connsiteY1-1030" fmla="*/ 2095036 h 6879174"/>
              <a:gd name="connsiteX2-1031" fmla="*/ 6858000 w 6868891"/>
              <a:gd name="connsiteY2-1032" fmla="*/ 6879174 h 6879174"/>
              <a:gd name="connsiteX3-1033" fmla="*/ 0 w 6868891"/>
              <a:gd name="connsiteY3-1034" fmla="*/ 6879174 h 6879174"/>
              <a:gd name="connsiteX4-1035" fmla="*/ 0 w 6868891"/>
              <a:gd name="connsiteY4-1036" fmla="*/ 0 h 6879174"/>
              <a:gd name="connsiteX5-1037" fmla="*/ 6868891 w 6868891"/>
              <a:gd name="connsiteY5-1038" fmla="*/ 197279 h 6879174"/>
              <a:gd name="connsiteX0-1039" fmla="*/ 6868891 w 7721392"/>
              <a:gd name="connsiteY0-1040" fmla="*/ 197279 h 6879174"/>
              <a:gd name="connsiteX1-1041" fmla="*/ 6858000 w 7721392"/>
              <a:gd name="connsiteY1-1042" fmla="*/ 6879174 h 6879174"/>
              <a:gd name="connsiteX2-1043" fmla="*/ 0 w 7721392"/>
              <a:gd name="connsiteY2-1044" fmla="*/ 6879174 h 6879174"/>
              <a:gd name="connsiteX3-1045" fmla="*/ 0 w 7721392"/>
              <a:gd name="connsiteY3-1046" fmla="*/ 0 h 6879174"/>
              <a:gd name="connsiteX4-1047" fmla="*/ 6868891 w 7721392"/>
              <a:gd name="connsiteY4-1048" fmla="*/ 197279 h 6879174"/>
              <a:gd name="connsiteX0-1049" fmla="*/ 6868891 w 7373946"/>
              <a:gd name="connsiteY0-1050" fmla="*/ 197279 h 6879174"/>
              <a:gd name="connsiteX1-1051" fmla="*/ 6858000 w 7373946"/>
              <a:gd name="connsiteY1-1052" fmla="*/ 6879174 h 6879174"/>
              <a:gd name="connsiteX2-1053" fmla="*/ 0 w 7373946"/>
              <a:gd name="connsiteY2-1054" fmla="*/ 6879174 h 6879174"/>
              <a:gd name="connsiteX3-1055" fmla="*/ 0 w 7373946"/>
              <a:gd name="connsiteY3-1056" fmla="*/ 0 h 6879174"/>
              <a:gd name="connsiteX4-1057" fmla="*/ 6868891 w 7373946"/>
              <a:gd name="connsiteY4-1058" fmla="*/ 197279 h 6879174"/>
              <a:gd name="connsiteX0-1059" fmla="*/ 6868891 w 8182025"/>
              <a:gd name="connsiteY0-1060" fmla="*/ 197279 h 6879174"/>
              <a:gd name="connsiteX1-1061" fmla="*/ 6858000 w 8182025"/>
              <a:gd name="connsiteY1-1062" fmla="*/ 6879174 h 6879174"/>
              <a:gd name="connsiteX2-1063" fmla="*/ 0 w 8182025"/>
              <a:gd name="connsiteY2-1064" fmla="*/ 6879174 h 6879174"/>
              <a:gd name="connsiteX3-1065" fmla="*/ 0 w 8182025"/>
              <a:gd name="connsiteY3-1066" fmla="*/ 0 h 6879174"/>
              <a:gd name="connsiteX4-1067" fmla="*/ 6868891 w 8182025"/>
              <a:gd name="connsiteY4-1068" fmla="*/ 197279 h 6879174"/>
              <a:gd name="connsiteX0-1069" fmla="*/ 6868891 w 8182025"/>
              <a:gd name="connsiteY0-1070" fmla="*/ 197279 h 6879174"/>
              <a:gd name="connsiteX1-1071" fmla="*/ 6858000 w 8182025"/>
              <a:gd name="connsiteY1-1072" fmla="*/ 6879174 h 6879174"/>
              <a:gd name="connsiteX2-1073" fmla="*/ 0 w 8182025"/>
              <a:gd name="connsiteY2-1074" fmla="*/ 6879174 h 6879174"/>
              <a:gd name="connsiteX3-1075" fmla="*/ 0 w 8182025"/>
              <a:gd name="connsiteY3-1076" fmla="*/ 0 h 6879174"/>
              <a:gd name="connsiteX4-1077" fmla="*/ 6868891 w 8182025"/>
              <a:gd name="connsiteY4-1078" fmla="*/ 197279 h 6879174"/>
              <a:gd name="connsiteX0-1079" fmla="*/ 6868891 w 8182025"/>
              <a:gd name="connsiteY0-1080" fmla="*/ 197279 h 6879174"/>
              <a:gd name="connsiteX1-1081" fmla="*/ 6858000 w 8182025"/>
              <a:gd name="connsiteY1-1082" fmla="*/ 6879174 h 6879174"/>
              <a:gd name="connsiteX2-1083" fmla="*/ 0 w 8182025"/>
              <a:gd name="connsiteY2-1084" fmla="*/ 6879174 h 6879174"/>
              <a:gd name="connsiteX3-1085" fmla="*/ 0 w 8182025"/>
              <a:gd name="connsiteY3-1086" fmla="*/ 0 h 6879174"/>
              <a:gd name="connsiteX4-1087" fmla="*/ 6868891 w 8182025"/>
              <a:gd name="connsiteY4-1088" fmla="*/ 197279 h 6879174"/>
              <a:gd name="connsiteX0-1089" fmla="*/ 6868891 w 8182025"/>
              <a:gd name="connsiteY0-1090" fmla="*/ 197279 h 6879174"/>
              <a:gd name="connsiteX1-1091" fmla="*/ 6858000 w 8182025"/>
              <a:gd name="connsiteY1-1092" fmla="*/ 6879174 h 6879174"/>
              <a:gd name="connsiteX2-1093" fmla="*/ 0 w 8182025"/>
              <a:gd name="connsiteY2-1094" fmla="*/ 6879174 h 6879174"/>
              <a:gd name="connsiteX3-1095" fmla="*/ 0 w 8182025"/>
              <a:gd name="connsiteY3-1096" fmla="*/ 0 h 6879174"/>
              <a:gd name="connsiteX4-1097" fmla="*/ 6868891 w 8182025"/>
              <a:gd name="connsiteY4-1098" fmla="*/ 197279 h 6879174"/>
              <a:gd name="connsiteX0-1099" fmla="*/ 6868891 w 7374082"/>
              <a:gd name="connsiteY0-1100" fmla="*/ 197279 h 7217839"/>
              <a:gd name="connsiteX1-1101" fmla="*/ 6858000 w 7374082"/>
              <a:gd name="connsiteY1-1102" fmla="*/ 6879174 h 7217839"/>
              <a:gd name="connsiteX2-1103" fmla="*/ 0 w 7374082"/>
              <a:gd name="connsiteY2-1104" fmla="*/ 6879174 h 7217839"/>
              <a:gd name="connsiteX3-1105" fmla="*/ 0 w 7374082"/>
              <a:gd name="connsiteY3-1106" fmla="*/ 0 h 7217839"/>
              <a:gd name="connsiteX4-1107" fmla="*/ 6868891 w 7374082"/>
              <a:gd name="connsiteY4-1108" fmla="*/ 197279 h 7217839"/>
              <a:gd name="connsiteX0-1109" fmla="*/ 6868891 w 7513044"/>
              <a:gd name="connsiteY0-1110" fmla="*/ 197279 h 6879174"/>
              <a:gd name="connsiteX1-1111" fmla="*/ 6858000 w 7513044"/>
              <a:gd name="connsiteY1-1112" fmla="*/ 6879174 h 6879174"/>
              <a:gd name="connsiteX2-1113" fmla="*/ 0 w 7513044"/>
              <a:gd name="connsiteY2-1114" fmla="*/ 6879174 h 6879174"/>
              <a:gd name="connsiteX3-1115" fmla="*/ 0 w 7513044"/>
              <a:gd name="connsiteY3-1116" fmla="*/ 0 h 6879174"/>
              <a:gd name="connsiteX4-1117" fmla="*/ 6868891 w 7513044"/>
              <a:gd name="connsiteY4-1118" fmla="*/ 197279 h 6879174"/>
              <a:gd name="connsiteX0-1119" fmla="*/ 6868891 w 7374082"/>
              <a:gd name="connsiteY0-1120" fmla="*/ 197279 h 6879174"/>
              <a:gd name="connsiteX1-1121" fmla="*/ 6858000 w 7374082"/>
              <a:gd name="connsiteY1-1122" fmla="*/ 6879174 h 6879174"/>
              <a:gd name="connsiteX2-1123" fmla="*/ 0 w 7374082"/>
              <a:gd name="connsiteY2-1124" fmla="*/ 6879174 h 6879174"/>
              <a:gd name="connsiteX3-1125" fmla="*/ 0 w 7374082"/>
              <a:gd name="connsiteY3-1126" fmla="*/ 0 h 6879174"/>
              <a:gd name="connsiteX4-1127" fmla="*/ 6868891 w 7374082"/>
              <a:gd name="connsiteY4-1128" fmla="*/ 197279 h 6879174"/>
              <a:gd name="connsiteX0-1129" fmla="*/ 6868891 w 6868891"/>
              <a:gd name="connsiteY0-1130" fmla="*/ 197279 h 6879174"/>
              <a:gd name="connsiteX1-1131" fmla="*/ 6858000 w 6868891"/>
              <a:gd name="connsiteY1-1132" fmla="*/ 6879174 h 6879174"/>
              <a:gd name="connsiteX2-1133" fmla="*/ 0 w 6868891"/>
              <a:gd name="connsiteY2-1134" fmla="*/ 6879174 h 6879174"/>
              <a:gd name="connsiteX3-1135" fmla="*/ 0 w 6868891"/>
              <a:gd name="connsiteY3-1136" fmla="*/ 0 h 6879174"/>
              <a:gd name="connsiteX4-1137" fmla="*/ 6868891 w 6868891"/>
              <a:gd name="connsiteY4-1138" fmla="*/ 197279 h 68791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868891" h="6879174">
                <a:moveTo>
                  <a:pt x="6868891" y="197279"/>
                </a:moveTo>
                <a:cubicBezTo>
                  <a:pt x="6865263" y="1808265"/>
                  <a:pt x="6858000" y="6879174"/>
                  <a:pt x="6858000" y="6879174"/>
                </a:cubicBezTo>
                <a:lnTo>
                  <a:pt x="0" y="6879174"/>
                </a:lnTo>
                <a:lnTo>
                  <a:pt x="0" y="0"/>
                </a:lnTo>
                <a:cubicBezTo>
                  <a:pt x="2329546" y="1257529"/>
                  <a:pt x="4524837" y="1741029"/>
                  <a:pt x="6868891" y="197279"/>
                </a:cubicBezTo>
                <a:close/>
              </a:path>
            </a:pathLst>
          </a:custGeom>
          <a:gradFill flip="none" rotWithShape="1">
            <a:gsLst>
              <a:gs pos="25000">
                <a:schemeClr val="bg1"/>
              </a:gs>
              <a:gs pos="100000">
                <a:srgbClr val="DFDFDF">
                  <a:lumMod val="52000"/>
                  <a:lumOff val="48000"/>
                </a:srgbClr>
              </a:gs>
            </a:gsLst>
            <a:lin ang="2700000" scaled="1"/>
            <a:tileRect/>
          </a:gradFill>
          <a:ln>
            <a:noFill/>
          </a:ln>
          <a:effectLst>
            <a:outerShdw blurRad="25400" dist="25400" dir="10800000" algn="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29404" y="4258152"/>
            <a:ext cx="316801" cy="316801"/>
          </a:xfrm>
          <a:prstGeom prst="rect">
            <a:avLst/>
          </a:prstGeom>
          <a:solidFill>
            <a:srgbClr val="0461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092209" y="4263200"/>
            <a:ext cx="1911350" cy="3067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l"/>
            <a:r>
              <a:rPr sz="1400" b="1" dirty="0" smtClean="0">
                <a:solidFill>
                  <a:srgbClr val="04619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7.2.1 指令格式及类型</a:t>
            </a:r>
          </a:p>
        </p:txBody>
      </p:sp>
      <p:sp>
        <p:nvSpPr>
          <p:cNvPr id="9" name="矩形 8"/>
          <p:cNvSpPr/>
          <p:nvPr/>
        </p:nvSpPr>
        <p:spPr>
          <a:xfrm>
            <a:off x="5629404" y="4691705"/>
            <a:ext cx="316801" cy="31680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092209" y="4696753"/>
            <a:ext cx="1555750" cy="3067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l"/>
            <a:r>
              <a:rPr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7.2.2 指令的寻址</a:t>
            </a:r>
          </a:p>
        </p:txBody>
      </p:sp>
      <p:sp>
        <p:nvSpPr>
          <p:cNvPr id="18" name="Text Box 6"/>
          <p:cNvSpPr txBox="1">
            <a:spLocks noChangeArrowheads="1"/>
          </p:cNvSpPr>
          <p:nvPr/>
        </p:nvSpPr>
        <p:spPr bwMode="auto">
          <a:xfrm>
            <a:off x="5600376" y="3230751"/>
            <a:ext cx="2550698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zh-CN" altLang="en-US" spc="67" dirty="0" smtClean="0">
                <a:ln w="11430">
                  <a:noFill/>
                </a:ln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 </a:t>
            </a:r>
            <a:r>
              <a:rPr lang="en-US" altLang="zh-CN" spc="67" dirty="0" smtClean="0">
                <a:ln w="11430">
                  <a:noFill/>
                </a:ln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CONTENT</a:t>
            </a:r>
            <a:endParaRPr lang="en-US" altLang="zh-CN" spc="67" dirty="0">
              <a:ln w="11430">
                <a:noFill/>
              </a:ln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813" y="679899"/>
            <a:ext cx="2833688" cy="8544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 flipH="1">
            <a:off x="361950" y="8056076"/>
            <a:ext cx="8083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63550" y="2021840"/>
            <a:ext cx="8216900" cy="829945"/>
          </a:xfrm>
          <a:prstGeom prst="rect">
            <a:avLst/>
          </a:prstGeom>
          <a:noFill/>
        </p:spPr>
        <p:txBody>
          <a:bodyPr wrap="square" lIns="72000" rIns="72000"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"/>
              <a:defRPr/>
            </a:pPr>
            <a:r>
              <a:rPr sz="16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MIPS32架构中的所有指令都是32位，也就是32个0、1编码连在一起表示一条指令，有三种指令格式。如图7.2.1所示。其中op是指令码、func是功能码。</a:t>
            </a:r>
          </a:p>
        </p:txBody>
      </p:sp>
      <p:sp>
        <p:nvSpPr>
          <p:cNvPr id="7266" name="标题 726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/>
              <a:t>7.2.1 指令格式及类型</a:t>
            </a:r>
          </a:p>
        </p:txBody>
      </p:sp>
      <p:graphicFrame>
        <p:nvGraphicFramePr>
          <p:cNvPr id="2" name="对象 -2147482624"/>
          <p:cNvGraphicFramePr>
            <a:graphicFrameLocks noChangeAspect="1"/>
          </p:cNvGraphicFramePr>
          <p:nvPr/>
        </p:nvGraphicFramePr>
        <p:xfrm>
          <a:off x="768985" y="2851785"/>
          <a:ext cx="7676515" cy="317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r:id="rId4" imgW="4368165" imgH="1812290" progId="Visio.Drawing.11">
                  <p:embed/>
                </p:oleObj>
              </mc:Choice>
              <mc:Fallback>
                <p:oleObj r:id="rId4" imgW="4368165" imgH="1812290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8985" y="2851785"/>
                        <a:ext cx="7676515" cy="31711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文本框 99"/>
          <p:cNvSpPr txBox="1"/>
          <p:nvPr/>
        </p:nvSpPr>
        <p:spPr>
          <a:xfrm>
            <a:off x="3201670" y="5857875"/>
            <a:ext cx="2211705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图</a:t>
            </a:r>
            <a:r>
              <a:rPr lang="en-US" altLang="zh-CN" sz="1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7.2.1 MIPS32</a:t>
            </a:r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指令类型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 flipH="1">
            <a:off x="361950" y="8056076"/>
            <a:ext cx="8083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63550" y="1475740"/>
            <a:ext cx="8216900" cy="5077460"/>
          </a:xfrm>
          <a:prstGeom prst="rect">
            <a:avLst/>
          </a:prstGeom>
          <a:noFill/>
        </p:spPr>
        <p:txBody>
          <a:bodyPr wrap="square" lIns="72000" rIns="72000">
            <a:spAutoFit/>
          </a:bodyPr>
          <a:lstStyle/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  <a:defRPr/>
            </a:pPr>
            <a:r>
              <a:rPr sz="1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R类型：该类型指令从寄存器堆（register</a:t>
            </a:r>
            <a:r>
              <a:rPr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file）中读取两个源操作数，计算结果写回寄存器堆。具体操作由op、func结合指定，rs和rt是源寄存器的编号，rd是目的寄存器的编号，比如：假设目的寄存器是$3，那么对应的rd就是00011（此处是二进制）。MIPS32架构中有32个通用寄存器，使用5位编码就可以全部表示，所以rs、rt、rd的宽度都是5位。sa只有在移位指令中使用，用来指定移位位数。</a:t>
            </a:r>
          </a:p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  <a:defRPr/>
            </a:pPr>
            <a:r>
              <a:rPr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I类型：该类型指令使用一个16位的立即数作为一个源操作数。具体操作由op指定，指令的低16位是立即数，运算时要将其扩展至32位，然后作为其中一个源操作数参与运算。	</a:t>
            </a:r>
          </a:p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  <a:defRPr/>
            </a:pPr>
            <a:r>
              <a:rPr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J类型：该类型指令使用一个26位的立即数作为跳转的目标地址（target address）。具体操作由op指定，一般是跳转指令，低26位是字地址，用于产生跳转的目标地址。</a:t>
            </a:r>
          </a:p>
        </p:txBody>
      </p:sp>
      <p:sp>
        <p:nvSpPr>
          <p:cNvPr id="7266" name="标题 726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 flipH="1">
            <a:off x="361950" y="8056076"/>
            <a:ext cx="8083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63550" y="1448435"/>
            <a:ext cx="8216900" cy="5539105"/>
          </a:xfrm>
          <a:prstGeom prst="rect">
            <a:avLst/>
          </a:prstGeom>
          <a:noFill/>
        </p:spPr>
        <p:txBody>
          <a:bodyPr wrap="square" lIns="72000" rIns="72000"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"/>
              <a:defRPr/>
            </a:pPr>
            <a:r>
              <a:rPr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按功能来区分，MIPS32架构中定义的指令可以分为以下几类</a:t>
            </a:r>
          </a:p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  <a:defRPr/>
            </a:pPr>
            <a:r>
              <a:rPr sz="1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逻辑操作指令</a:t>
            </a:r>
            <a:r>
              <a:rPr lang="zh-CN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1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and、andi、or、ori、xor、xori、nor、lui</a:t>
            </a:r>
            <a:r>
              <a:rPr lang="zh-CN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</a:t>
            </a:r>
            <a:r>
              <a:rPr lang="en-US" altLang="zh-CN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条指令</a:t>
            </a:r>
            <a:r>
              <a:rPr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1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实现逻辑与、或、异或、或非等运算</a:t>
            </a:r>
            <a:r>
              <a:rPr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  <a:defRPr/>
            </a:pPr>
            <a:r>
              <a:rPr sz="1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移位操作指令</a:t>
            </a:r>
            <a:r>
              <a:rPr lang="zh-CN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1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sll、sllv、sra、srav、srl、srlv</a:t>
            </a:r>
            <a:r>
              <a:rPr lang="zh-CN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</a:t>
            </a:r>
            <a:r>
              <a:rPr lang="en-US" altLang="zh-CN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条指令，</a:t>
            </a:r>
            <a:r>
              <a:rPr sz="1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实现逻辑左移、右移、算术右移等运算</a:t>
            </a:r>
            <a:r>
              <a:rPr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  <a:defRPr/>
            </a:pPr>
            <a:r>
              <a:rPr sz="1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移动操作指令</a:t>
            </a:r>
            <a:r>
              <a:rPr lang="zh-CN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1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movn、movz、mfhi、mthi、mflo、mtlo</a:t>
            </a:r>
            <a:r>
              <a:rPr lang="zh-CN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</a:t>
            </a:r>
            <a:r>
              <a:rPr lang="en-US" altLang="zh-CN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条指令</a:t>
            </a:r>
            <a:r>
              <a:rPr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1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用于通用寄存器之间的数据移动，以及通用寄存器与HI、LO寄存器之间的数据移动</a:t>
            </a:r>
            <a:r>
              <a:rPr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  <a:defRPr/>
            </a:pPr>
            <a:r>
              <a:rPr sz="1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算术操作指令</a:t>
            </a:r>
            <a:r>
              <a:rPr lang="zh-CN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add、addi、addiu、addu、sub、subu、clo、clz、slt、slti、sltiu、sltu、mul、mult、multu、madd、maddu、msub、msubu、div、divu</a:t>
            </a:r>
            <a:r>
              <a:rPr lang="zh-CN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</a:t>
            </a:r>
            <a:r>
              <a:rPr lang="en-US" altLang="zh-CN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条指令</a:t>
            </a:r>
            <a:r>
              <a:rPr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1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实现了加法、减法、比较、乘法、乘累加、除法等运算</a:t>
            </a:r>
            <a:r>
              <a:rPr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"/>
              <a:defRPr/>
            </a:pPr>
            <a:endParaRPr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66" name="标题 726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 flipH="1">
            <a:off x="361950" y="8056076"/>
            <a:ext cx="8083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63550" y="1626062"/>
            <a:ext cx="8216900" cy="5262245"/>
          </a:xfrm>
          <a:prstGeom prst="rect">
            <a:avLst/>
          </a:prstGeom>
          <a:noFill/>
        </p:spPr>
        <p:txBody>
          <a:bodyPr wrap="square" lIns="72000" rIns="72000">
            <a:spAutoFit/>
          </a:bodyPr>
          <a:lstStyle/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 startAt="5"/>
              <a:defRPr/>
            </a:pPr>
            <a:r>
              <a:rPr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转移指令</a:t>
            </a:r>
            <a:r>
              <a:rPr 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jr</a:t>
            </a:r>
            <a:r>
              <a:rPr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、</a:t>
            </a:r>
            <a:r>
              <a:rPr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jalr</a:t>
            </a:r>
            <a:r>
              <a:rPr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、j 、</a:t>
            </a:r>
            <a:r>
              <a:rPr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jal、b、bal、beq、bgez、bgezal、bgtz、blez、bltz、bltzal、bne</a:t>
            </a:r>
            <a:r>
              <a:rPr 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条指令</a:t>
            </a:r>
            <a:r>
              <a:rPr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其中既有无条件转移，也有条件转移，用于程序</a:t>
            </a:r>
            <a:r>
              <a:rPr 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跳转</a:t>
            </a:r>
            <a:r>
              <a:rPr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  <a:r>
              <a:rPr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 startAt="5"/>
              <a:defRPr/>
            </a:pPr>
            <a:r>
              <a:rPr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加载存储指令：lb、lbu、lh、lhu、ll、lw、lwl、lwr、sb、sc、sh、sw、swl、swr</a:t>
            </a:r>
            <a:r>
              <a:rPr 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条指令</a:t>
            </a:r>
            <a:r>
              <a:rPr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以“l”开始的都是加载指令，以“s”开始的都是存储指令，这些指令用于从存储器中读取数据，或者向存储器中保存数据</a:t>
            </a:r>
            <a:r>
              <a:rPr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 startAt="5"/>
              <a:defRPr/>
            </a:pPr>
            <a:r>
              <a:rPr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协处理器访问指令：mtc0、mfc0</a:t>
            </a:r>
            <a:r>
              <a:rPr 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条指令</a:t>
            </a:r>
            <a:r>
              <a:rPr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，用于读取协处理器CP0中某个寄存器的值，或者将数据保存到协处理器CP0中的某个寄存器。</a:t>
            </a:r>
          </a:p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 startAt="5"/>
              <a:defRPr/>
            </a:pPr>
            <a:r>
              <a:rPr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异常相关指令</a:t>
            </a:r>
            <a:r>
              <a:rPr 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有14条指令，其中有12条自陷指令，包括：teq、tge、tgeu、tlt、tltu、tne、teqi、tgei、tgeiu、tlti、tltiu、tnei，此外还有系统调用指令syscall、异常返回指令eret。</a:t>
            </a:r>
          </a:p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 startAt="5"/>
              <a:defRPr/>
            </a:pPr>
            <a:r>
              <a:rPr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其余指令</a:t>
            </a:r>
            <a:r>
              <a:rPr 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nop、ssnop、sync、pref</a:t>
            </a:r>
            <a:r>
              <a:rPr 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条指令</a:t>
            </a:r>
            <a:r>
              <a:rPr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其中</a:t>
            </a:r>
            <a:r>
              <a:rPr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nop是空指令，ssnop是一种特殊类型的空指令，sync指令用于保证加载、存储操作的顺序，pref指令用于缓存预取</a:t>
            </a:r>
            <a:r>
              <a:rPr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"/>
              <a:defRPr/>
            </a:pPr>
            <a:endParaRPr sz="16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66" name="标题 726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 flipH="1">
            <a:off x="361950" y="8056076"/>
            <a:ext cx="8083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52805" y="721360"/>
            <a:ext cx="7771650" cy="5093702"/>
          </a:xfrm>
          <a:prstGeom prst="rect">
            <a:avLst/>
          </a:prstGeom>
          <a:noFill/>
        </p:spPr>
        <p:txBody>
          <a:bodyPr wrap="square" lIns="72000" rIns="72000">
            <a:spAutoFit/>
          </a:bodyPr>
          <a:lstStyle/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/>
            </a:pPr>
            <a:endParaRPr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spcBef>
                <a:spcPts val="1000"/>
              </a:spcBef>
              <a:buFont typeface="Wingdings" panose="05000000000000000000" charset="0"/>
              <a:buChar char=""/>
              <a:defRPr/>
            </a:pPr>
            <a:r>
              <a:rPr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MIPS32架构的寻址模式有</a:t>
            </a:r>
            <a:r>
              <a:rPr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寄存器寻址</a:t>
            </a:r>
            <a:r>
              <a:rPr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立即数寻址</a:t>
            </a:r>
            <a:r>
              <a:rPr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寄存器相对寻址和PC相对寻址</a:t>
            </a:r>
            <a:r>
              <a:rPr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四种。实际上，MIPS硬件只支持一种寻址模式，即：寄存器基地址 + 立即数偏移量，且offset必须在-32768～32767之间（16位），</a:t>
            </a:r>
            <a:r>
              <a:rPr sz="20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任何载入和存储机器指令都可以写成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sz="20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lw</a:t>
            </a:r>
            <a:r>
              <a:rPr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$1，offset（$2） </a:t>
            </a:r>
            <a:r>
              <a:rPr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可以使用任何寄存器作为目的操作数或源操作数</a:t>
            </a:r>
            <a:r>
              <a:rPr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  <a:p>
            <a:pPr marL="285750" indent="-285750">
              <a:lnSpc>
                <a:spcPct val="150000"/>
              </a:lnSpc>
              <a:spcBef>
                <a:spcPts val="1000"/>
              </a:spcBef>
              <a:buFont typeface="Wingdings" panose="05000000000000000000" charset="0"/>
              <a:buChar char=""/>
              <a:defRPr/>
            </a:pPr>
            <a:r>
              <a:rPr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MIPS汇编器可以利用合成指令来支持多种寻址方式</a:t>
            </a:r>
            <a:r>
              <a:rPr 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MIPS32架构的寻址模式中，寄存器寻址和立即数寻址与其他架构类似，在此不再详述，下面具体介绍下寄存器相对寻址以及PC相对寻址。</a:t>
            </a:r>
          </a:p>
        </p:txBody>
      </p:sp>
      <p:sp>
        <p:nvSpPr>
          <p:cNvPr id="7266" name="标题 726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/>
              <a:t>7.2.2 指令的寻址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 flipH="1">
            <a:off x="361950" y="8056076"/>
            <a:ext cx="8083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66" name="标题 726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/>
              <a:t>寄存器相对寻址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1936750" y="5573395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indent="266700" algn="ctr"/>
            <a:r>
              <a:rPr sz="1800" b="1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</a:rPr>
              <a:t>图7.2.2寄存器相对寻址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032000" y="4510405"/>
            <a:ext cx="5080000" cy="4140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indent="266700"/>
            <a:endParaRPr lang="en-US" altLang="zh-CN" sz="1050" b="0">
              <a:latin typeface="Calibri" panose="020F0502020204030204" charset="0"/>
              <a:cs typeface="Calibri" panose="020F0502020204030204" charset="0"/>
            </a:endParaRPr>
          </a:p>
          <a:p>
            <a:pPr marL="0" indent="266700"/>
            <a:r>
              <a:rPr lang="en-US" altLang="zh-CN" sz="1050" b="0">
                <a:latin typeface="Calibri" panose="020F0502020204030204" charset="0"/>
                <a:cs typeface="Calibri" panose="020F0502020204030204" charset="0"/>
              </a:rPr>
              <a:t> </a:t>
            </a:r>
            <a:endParaRPr lang="zh-CN" altLang="en-US"/>
          </a:p>
        </p:txBody>
      </p:sp>
      <p:graphicFrame>
        <p:nvGraphicFramePr>
          <p:cNvPr id="2" name="对象 -2147482623"/>
          <p:cNvGraphicFramePr>
            <a:graphicFrameLocks noChangeAspect="1"/>
          </p:cNvGraphicFramePr>
          <p:nvPr/>
        </p:nvGraphicFramePr>
        <p:xfrm>
          <a:off x="1016000" y="1283970"/>
          <a:ext cx="7112635" cy="428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r:id="rId4" imgW="3951605" imgH="2383790" progId="Visio.Drawing.11">
                  <p:embed/>
                </p:oleObj>
              </mc:Choice>
              <mc:Fallback>
                <p:oleObj r:id="rId4" imgW="3951605" imgH="2383790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16000" y="1283970"/>
                        <a:ext cx="7112635" cy="4289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 flipH="1">
            <a:off x="361950" y="8056076"/>
            <a:ext cx="8083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66" name="标题 726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/>
              <a:t>PC相对寻址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1936750" y="5573395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indent="266700" algn="ctr"/>
            <a:r>
              <a:rPr sz="1800" b="1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</a:rPr>
              <a:t>图7.2.</a:t>
            </a:r>
            <a:r>
              <a:rPr lang="en-US" sz="1800" b="1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</a:rPr>
              <a:t>3 PC</a:t>
            </a:r>
            <a:r>
              <a:rPr sz="1800" b="1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</a:rPr>
              <a:t>相对寻址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032000" y="4510405"/>
            <a:ext cx="5080000" cy="4140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indent="266700"/>
            <a:endParaRPr lang="en-US" altLang="zh-CN" sz="1050" b="0">
              <a:latin typeface="Calibri" panose="020F0502020204030204" charset="0"/>
              <a:cs typeface="Calibri" panose="020F0502020204030204" charset="0"/>
            </a:endParaRPr>
          </a:p>
          <a:p>
            <a:pPr marL="0" indent="266700"/>
            <a:r>
              <a:rPr lang="en-US" altLang="zh-CN" sz="1050" b="0">
                <a:latin typeface="Calibri" panose="020F0502020204030204" charset="0"/>
                <a:cs typeface="Calibri" panose="020F0502020204030204" charset="0"/>
              </a:rPr>
              <a:t> </a:t>
            </a:r>
            <a:endParaRPr lang="zh-CN" altLang="en-US"/>
          </a:p>
        </p:txBody>
      </p:sp>
      <p:graphicFrame>
        <p:nvGraphicFramePr>
          <p:cNvPr id="2" name="对象 -2147482622"/>
          <p:cNvGraphicFramePr>
            <a:graphicFrameLocks noChangeAspect="1"/>
          </p:cNvGraphicFramePr>
          <p:nvPr/>
        </p:nvGraphicFramePr>
        <p:xfrm>
          <a:off x="1286510" y="1370330"/>
          <a:ext cx="6831330" cy="4117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r:id="rId4" imgW="3951605" imgH="2383790" progId="Visio.Drawing.11">
                  <p:embed/>
                </p:oleObj>
              </mc:Choice>
              <mc:Fallback>
                <p:oleObj r:id="rId4" imgW="3951605" imgH="2383790" progId="Visio.Drawing.11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86510" y="1370330"/>
                        <a:ext cx="6831330" cy="41173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34"/>
          <p:cNvSpPr>
            <a:spLocks noChangeArrowheads="1"/>
          </p:cNvSpPr>
          <p:nvPr/>
        </p:nvSpPr>
        <p:spPr bwMode="auto">
          <a:xfrm>
            <a:off x="234950" y="982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endParaRPr kumimoji="0" lang="zh-CN" altLang="zh-CN" sz="1600">
              <a:solidFill>
                <a:srgbClr val="0066FF"/>
              </a:solidFill>
              <a:ea typeface="华文新魏" pitchFamily="2" charset="-122"/>
            </a:endParaRPr>
          </a:p>
        </p:txBody>
      </p:sp>
      <p:sp>
        <p:nvSpPr>
          <p:cNvPr id="80900" name="Rectangle 37"/>
          <p:cNvSpPr>
            <a:spLocks noChangeArrowheads="1"/>
          </p:cNvSpPr>
          <p:nvPr/>
        </p:nvSpPr>
        <p:spPr bwMode="auto">
          <a:xfrm>
            <a:off x="387350" y="1135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endParaRPr kumimoji="0" lang="zh-CN" altLang="zh-CN" sz="1600">
              <a:solidFill>
                <a:srgbClr val="0066FF"/>
              </a:solidFill>
              <a:ea typeface="华文新魏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55650" y="1725757"/>
            <a:ext cx="734926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zh-CN" altLang="zh-CN" sz="2800" b="1" dirty="0">
                <a:solidFill>
                  <a:schemeClr val="tx1"/>
                </a:solidFill>
                <a:latin typeface="+mn-ea"/>
                <a:ea typeface="楷体_GB2312"/>
              </a:rPr>
              <a:t>（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  <a:ea typeface="楷体_GB2312"/>
              </a:rPr>
              <a:t>1</a:t>
            </a:r>
            <a:r>
              <a:rPr lang="zh-CN" altLang="zh-CN" sz="2800" b="1" dirty="0">
                <a:solidFill>
                  <a:schemeClr val="tx1"/>
                </a:solidFill>
                <a:latin typeface="+mn-ea"/>
                <a:ea typeface="楷体_GB2312"/>
              </a:rPr>
              <a:t>）计算类指令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  <a:ea typeface="楷体_GB2312"/>
              </a:rPr>
              <a:t>(Computational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ea typeface="楷体_GB2312"/>
              </a:rPr>
              <a:t>)</a:t>
            </a:r>
          </a:p>
          <a:p>
            <a:pPr algn="l">
              <a:defRPr/>
            </a:pPr>
            <a:endParaRPr lang="zh-CN" altLang="zh-CN" sz="2800" dirty="0">
              <a:solidFill>
                <a:schemeClr val="tx1"/>
              </a:solidFill>
              <a:latin typeface="+mn-ea"/>
              <a:ea typeface="楷体_GB2312"/>
            </a:endParaRPr>
          </a:p>
          <a:p>
            <a:pPr>
              <a:defRPr/>
            </a:pPr>
            <a:r>
              <a:rPr lang="en-US" altLang="zh-CN" sz="2800" dirty="0">
                <a:solidFill>
                  <a:schemeClr val="tx1"/>
                </a:solidFill>
                <a:latin typeface="+mn-ea"/>
                <a:ea typeface="楷体_GB2312"/>
              </a:rPr>
              <a:t>    </a:t>
            </a:r>
            <a:r>
              <a:rPr lang="zh-CN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计算类指令用于执行算术操作，乘</a:t>
            </a:r>
            <a:r>
              <a:rPr lang="en-US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lang="zh-CN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除，逻辑操作和对寄存器进行移位操作。这些指令有两种类型</a:t>
            </a:r>
            <a:r>
              <a:rPr lang="en-US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:</a:t>
            </a:r>
            <a:r>
              <a:rPr lang="zh-CN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寄存器类型和立即数类型。寄存器类型的指令使用两个源寄存器的值作为源操作数，立即数类型使用一个寄存器和立即数作为源操作数。根据操作的不同，这些指令分为下面</a:t>
            </a:r>
            <a:r>
              <a:rPr lang="en-US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  <a:r>
              <a:rPr lang="zh-CN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种：</a:t>
            </a:r>
            <a:endParaRPr lang="zh-CN" altLang="en-US" sz="28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524000" y="381000"/>
            <a:ext cx="7467600" cy="762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kumimoji="1" lang="en-US" altLang="zh-CN" sz="3600" b="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4.7 </a:t>
            </a:r>
            <a:r>
              <a:rPr kumimoji="1" lang="zh-CN" altLang="en-US" sz="3600" b="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指令系统举例</a:t>
            </a:r>
          </a:p>
          <a:p>
            <a:pPr algn="ctr">
              <a:defRPr/>
            </a:pPr>
            <a:endParaRPr kumimoji="1" lang="zh-CN" altLang="en-US" sz="3600" b="0" kern="0" dirty="0">
              <a:solidFill>
                <a:schemeClr val="tx2"/>
              </a:solidFill>
              <a:latin typeface="黑体" pitchFamily="2" charset="-122"/>
              <a:ea typeface="黑体" pitchFamily="2" charset="-122"/>
              <a:cs typeface="+mj-cs"/>
            </a:endParaRPr>
          </a:p>
          <a:p>
            <a:pPr algn="ctr">
              <a:defRPr/>
            </a:pPr>
            <a:endParaRPr kumimoji="1" lang="zh-CN" altLang="en-US" sz="3600" b="0" kern="0" dirty="0">
              <a:solidFill>
                <a:schemeClr val="tx2"/>
              </a:solidFill>
              <a:latin typeface="黑体" pitchFamily="2" charset="-122"/>
              <a:ea typeface="黑体" pitchFamily="2" charset="-122"/>
              <a:cs typeface="+mj-cs"/>
            </a:endParaRPr>
          </a:p>
          <a:p>
            <a:pPr algn="ctr">
              <a:defRPr/>
            </a:pPr>
            <a:r>
              <a:rPr kumimoji="1" lang="zh-CN" altLang="en-US" sz="3600" b="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 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5780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ChangeArrowheads="1"/>
          </p:cNvSpPr>
          <p:nvPr/>
        </p:nvSpPr>
        <p:spPr bwMode="auto">
          <a:xfrm>
            <a:off x="500063" y="1643063"/>
            <a:ext cx="8429625" cy="450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CN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81923" name="组合 1"/>
          <p:cNvGrpSpPr>
            <a:grpSpLocks/>
          </p:cNvGrpSpPr>
          <p:nvPr/>
        </p:nvGrpSpPr>
        <p:grpSpPr bwMode="auto">
          <a:xfrm>
            <a:off x="741363" y="1557338"/>
            <a:ext cx="7750175" cy="1558925"/>
            <a:chOff x="755576" y="2333556"/>
            <a:chExt cx="7750454" cy="1559788"/>
          </a:xfrm>
        </p:grpSpPr>
        <p:sp>
          <p:nvSpPr>
            <p:cNvPr id="5" name="Rectangle 33"/>
            <p:cNvSpPr>
              <a:spLocks noChangeArrowheads="1"/>
            </p:cNvSpPr>
            <p:nvPr/>
          </p:nvSpPr>
          <p:spPr bwMode="auto">
            <a:xfrm>
              <a:off x="755576" y="2333556"/>
              <a:ext cx="3745047" cy="708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indent="304800" eaLnBrk="0" hangingPunct="0">
                <a:defRPr sz="1600" b="1">
                  <a:solidFill>
                    <a:srgbClr val="0066FF"/>
                  </a:solidFill>
                  <a:latin typeface="Arial" pitchFamily="34" charset="0"/>
                  <a:ea typeface="华文新魏" pitchFamily="2" charset="-122"/>
                </a:defRPr>
              </a:lvl1pPr>
              <a:lvl2pPr eaLnBrk="0" hangingPunct="0">
                <a:defRPr sz="1600" b="1">
                  <a:solidFill>
                    <a:srgbClr val="0066FF"/>
                  </a:solidFill>
                  <a:latin typeface="Arial" pitchFamily="34" charset="0"/>
                  <a:ea typeface="华文新魏" pitchFamily="2" charset="-122"/>
                </a:defRPr>
              </a:lvl2pPr>
              <a:lvl3pPr eaLnBrk="0" hangingPunct="0">
                <a:defRPr sz="1600" b="1">
                  <a:solidFill>
                    <a:srgbClr val="0066FF"/>
                  </a:solidFill>
                  <a:latin typeface="Arial" pitchFamily="34" charset="0"/>
                  <a:ea typeface="华文新魏" pitchFamily="2" charset="-122"/>
                </a:defRPr>
              </a:lvl3pPr>
              <a:lvl4pPr eaLnBrk="0" hangingPunct="0">
                <a:defRPr sz="1600" b="1">
                  <a:solidFill>
                    <a:srgbClr val="0066FF"/>
                  </a:solidFill>
                  <a:latin typeface="Arial" pitchFamily="34" charset="0"/>
                  <a:ea typeface="华文新魏" pitchFamily="2" charset="-122"/>
                </a:defRPr>
              </a:lvl4pPr>
              <a:lvl5pPr eaLnBrk="0" hangingPunct="0">
                <a:defRPr sz="1600" b="1">
                  <a:solidFill>
                    <a:srgbClr val="0066FF"/>
                  </a:solidFill>
                  <a:latin typeface="Arial" pitchFamily="34" charset="0"/>
                  <a:ea typeface="华文新魏" pitchFamily="2" charset="-122"/>
                </a:defRPr>
              </a:lvl5pPr>
              <a:lvl6pPr algn="r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0066FF"/>
                  </a:solidFill>
                  <a:latin typeface="Arial" pitchFamily="34" charset="0"/>
                  <a:ea typeface="华文新魏" pitchFamily="2" charset="-122"/>
                </a:defRPr>
              </a:lvl6pPr>
              <a:lvl7pPr algn="r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0066FF"/>
                  </a:solidFill>
                  <a:latin typeface="Arial" pitchFamily="34" charset="0"/>
                  <a:ea typeface="华文新魏" pitchFamily="2" charset="-122"/>
                </a:defRPr>
              </a:lvl7pPr>
              <a:lvl8pPr algn="r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0066FF"/>
                  </a:solidFill>
                  <a:latin typeface="Arial" pitchFamily="34" charset="0"/>
                  <a:ea typeface="华文新魏" pitchFamily="2" charset="-122"/>
                </a:defRPr>
              </a:lvl8pPr>
              <a:lvl9pPr algn="r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0066FF"/>
                  </a:solidFill>
                  <a:latin typeface="Arial" pitchFamily="34" charset="0"/>
                  <a:ea typeface="华文新魏" pitchFamily="2" charset="-122"/>
                </a:defRPr>
              </a:lvl9pPr>
            </a:lstStyle>
            <a:p>
              <a:pPr algn="l">
                <a:defRPr/>
              </a:pPr>
              <a:r>
                <a:rPr lang="en-US" altLang="zh-CN" sz="2400" dirty="0" smtClean="0">
                  <a:solidFill>
                    <a:schemeClr val="tx1"/>
                  </a:solidFill>
                  <a:latin typeface="+mn-ea"/>
                  <a:ea typeface="楷体_GB2312"/>
                  <a:cs typeface="Times New Roman" pitchFamily="18" charset="0"/>
                </a:rPr>
                <a:t>1</a:t>
              </a:r>
              <a:r>
                <a:rPr lang="zh-CN" altLang="en-US" sz="2400" dirty="0" smtClean="0">
                  <a:solidFill>
                    <a:schemeClr val="tx1"/>
                  </a:solidFill>
                  <a:latin typeface="+mn-ea"/>
                  <a:ea typeface="楷体_GB2312"/>
                  <a:cs typeface="Times New Roman" pitchFamily="18" charset="0"/>
                </a:rPr>
                <a:t>）</a:t>
              </a:r>
              <a:r>
                <a:rPr lang="en-US" altLang="zh-CN" sz="2400" dirty="0" smtClean="0">
                  <a:solidFill>
                    <a:schemeClr val="tx1"/>
                  </a:solidFill>
                  <a:latin typeface="+mn-ea"/>
                  <a:ea typeface="楷体_GB2312"/>
                  <a:cs typeface="Times New Roman" pitchFamily="18" charset="0"/>
                </a:rPr>
                <a:t>ALU</a:t>
              </a:r>
              <a:r>
                <a:rPr lang="zh-CN" altLang="en-US" sz="2400" dirty="0" smtClean="0">
                  <a:solidFill>
                    <a:schemeClr val="tx1"/>
                  </a:solidFill>
                  <a:latin typeface="+mn-ea"/>
                  <a:ea typeface="楷体_GB2312"/>
                  <a:cs typeface="Times New Roman" pitchFamily="18" charset="0"/>
                </a:rPr>
                <a:t>立即数指令</a:t>
              </a:r>
              <a:endParaRPr lang="zh-CN" altLang="en-US" sz="2400" dirty="0" smtClean="0">
                <a:solidFill>
                  <a:schemeClr val="tx1"/>
                </a:solidFill>
                <a:latin typeface="+mn-ea"/>
                <a:ea typeface="楷体_GB2312"/>
              </a:endParaRPr>
            </a:p>
            <a:p>
              <a:pPr algn="l">
                <a:defRPr/>
              </a:pPr>
              <a:endParaRPr lang="zh-CN" altLang="en-US" dirty="0" smtClean="0"/>
            </a:p>
          </p:txBody>
        </p:sp>
        <p:pic>
          <p:nvPicPr>
            <p:cNvPr id="81934" name="图片 5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0449" y="2852936"/>
              <a:ext cx="7375581" cy="1040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1924" name="Rectangle 34"/>
          <p:cNvSpPr>
            <a:spLocks noChangeArrowheads="1"/>
          </p:cNvSpPr>
          <p:nvPr/>
        </p:nvSpPr>
        <p:spPr bwMode="auto">
          <a:xfrm>
            <a:off x="234950" y="982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endParaRPr kumimoji="0" lang="zh-CN" altLang="zh-CN" sz="1600">
              <a:solidFill>
                <a:srgbClr val="0066FF"/>
              </a:solidFill>
              <a:ea typeface="华文新魏" pitchFamily="2" charset="-122"/>
            </a:endParaRPr>
          </a:p>
        </p:txBody>
      </p:sp>
      <p:sp>
        <p:nvSpPr>
          <p:cNvPr id="81925" name="Rectangle 37"/>
          <p:cNvSpPr>
            <a:spLocks noChangeArrowheads="1"/>
          </p:cNvSpPr>
          <p:nvPr/>
        </p:nvSpPr>
        <p:spPr bwMode="auto">
          <a:xfrm>
            <a:off x="387350" y="1135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endParaRPr kumimoji="0" lang="zh-CN" altLang="zh-CN" sz="1600">
              <a:solidFill>
                <a:srgbClr val="0066FF"/>
              </a:solidFill>
              <a:ea typeface="华文新魏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16013" y="3322638"/>
            <a:ext cx="7127875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ADDI </a:t>
            </a:r>
            <a:r>
              <a:rPr lang="en-US" altLang="zh-CN" sz="2000" dirty="0" err="1">
                <a:solidFill>
                  <a:schemeClr val="tx1"/>
                </a:solidFill>
                <a:latin typeface="+mn-ea"/>
                <a:ea typeface="+mn-ea"/>
              </a:rPr>
              <a:t>rt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en-US" altLang="zh-CN" sz="2000" dirty="0" err="1">
                <a:solidFill>
                  <a:schemeClr val="tx1"/>
                </a:solidFill>
                <a:latin typeface="+mn-ea"/>
                <a:ea typeface="+mn-ea"/>
              </a:rPr>
              <a:t>rs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, immediate 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；</a:t>
            </a:r>
            <a:r>
              <a:rPr lang="en-US" altLang="zh-CN" sz="2000" dirty="0" err="1">
                <a:solidFill>
                  <a:schemeClr val="tx1"/>
                </a:solidFill>
                <a:latin typeface="+mn-ea"/>
                <a:ea typeface="+mn-ea"/>
              </a:rPr>
              <a:t>rt</a:t>
            </a:r>
            <a:r>
              <a:rPr lang="en-US" altLang="zh-CN" dirty="0" err="1">
                <a:solidFill>
                  <a:schemeClr val="tx1"/>
                </a:solidFill>
                <a:latin typeface="+mn-ea"/>
                <a:ea typeface="+mn-ea"/>
              </a:rPr>
              <a:t>←</a:t>
            </a:r>
            <a:r>
              <a:rPr lang="en-US" altLang="zh-CN" sz="2000" dirty="0" err="1">
                <a:solidFill>
                  <a:schemeClr val="tx1"/>
                </a:solidFill>
                <a:latin typeface="+mn-ea"/>
                <a:ea typeface="+mn-ea"/>
              </a:rPr>
              <a:t>rs+immediate</a:t>
            </a:r>
            <a:r>
              <a:rPr lang="zh-CN" altLang="zh-CN" sz="2000" dirty="0">
                <a:solidFill>
                  <a:schemeClr val="tx1"/>
                </a:solidFill>
                <a:latin typeface="+mn-ea"/>
                <a:ea typeface="+mn-ea"/>
              </a:rPr>
              <a:t>；有符号加</a:t>
            </a:r>
            <a:endParaRPr lang="en-US" altLang="zh-CN" sz="20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342900" indent="-342900" algn="l">
              <a:buFont typeface="Wingdings" panose="05000000000000000000" pitchFamily="2" charset="2"/>
              <a:buChar char="l"/>
              <a:defRPr/>
            </a:pP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ADDI $0,$1,0001H 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；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$0←$1+0001H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1524000" y="381000"/>
            <a:ext cx="7467600" cy="762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kumimoji="1" lang="en-US" altLang="zh-CN" sz="3600" b="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4.7 </a:t>
            </a:r>
            <a:r>
              <a:rPr kumimoji="1" lang="zh-CN" altLang="en-US" sz="3600" b="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指令系统举例</a:t>
            </a:r>
          </a:p>
          <a:p>
            <a:pPr algn="ctr">
              <a:defRPr/>
            </a:pPr>
            <a:endParaRPr kumimoji="1" lang="zh-CN" altLang="en-US" sz="3600" b="0" kern="0" dirty="0">
              <a:solidFill>
                <a:schemeClr val="tx2"/>
              </a:solidFill>
              <a:latin typeface="黑体" pitchFamily="2" charset="-122"/>
              <a:ea typeface="黑体" pitchFamily="2" charset="-122"/>
              <a:cs typeface="+mj-cs"/>
            </a:endParaRPr>
          </a:p>
          <a:p>
            <a:pPr algn="ctr">
              <a:defRPr/>
            </a:pPr>
            <a:endParaRPr kumimoji="1" lang="zh-CN" altLang="en-US" sz="3600" b="0" kern="0" dirty="0">
              <a:solidFill>
                <a:schemeClr val="tx2"/>
              </a:solidFill>
              <a:latin typeface="黑体" pitchFamily="2" charset="-122"/>
              <a:ea typeface="黑体" pitchFamily="2" charset="-122"/>
              <a:cs typeface="+mj-cs"/>
            </a:endParaRPr>
          </a:p>
          <a:p>
            <a:pPr algn="ctr">
              <a:defRPr/>
            </a:pPr>
            <a:r>
              <a:rPr kumimoji="1" lang="zh-CN" altLang="en-US" sz="3600" b="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6013" y="4040188"/>
            <a:ext cx="10795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001000</a:t>
            </a:r>
            <a:endParaRPr lang="zh-CN" altLang="en-US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1979613" y="4037013"/>
            <a:ext cx="9366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00001</a:t>
            </a:r>
            <a:endParaRPr lang="zh-CN" altLang="en-US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2700338" y="4037013"/>
            <a:ext cx="935037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00000</a:t>
            </a:r>
            <a:endParaRPr lang="zh-CN" altLang="en-US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3505200" y="4037013"/>
            <a:ext cx="23622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0000000000000001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6013" y="4365625"/>
            <a:ext cx="7127875" cy="10144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   OP  </a:t>
            </a:r>
            <a:r>
              <a:rPr lang="en-US" altLang="zh-CN" sz="2000" dirty="0" err="1">
                <a:solidFill>
                  <a:schemeClr val="tx1"/>
                </a:solidFill>
                <a:latin typeface="+mn-ea"/>
                <a:ea typeface="+mn-ea"/>
              </a:rPr>
              <a:t>rs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en-US" altLang="zh-CN" sz="2000" dirty="0" err="1">
                <a:solidFill>
                  <a:schemeClr val="tx1"/>
                </a:solidFill>
                <a:latin typeface="+mn-ea"/>
                <a:ea typeface="+mn-ea"/>
              </a:rPr>
              <a:t>rt,mmediate</a:t>
            </a:r>
            <a:endParaRPr lang="en-US" altLang="zh-CN" sz="20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342900" indent="-342900" algn="l">
              <a:buFont typeface="Wingdings" panose="05000000000000000000" pitchFamily="2" charset="2"/>
              <a:buChar char="l"/>
              <a:defRPr/>
            </a:pP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ADDI $2,$5,0010 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；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$2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←$5+0010H</a:t>
            </a:r>
          </a:p>
          <a:p>
            <a:pPr algn="l">
              <a:defRPr/>
            </a:pP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  001000 00101 00010 0000000000010000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361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  <p:bldP spid="14" grpId="0"/>
      <p:bldP spid="15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ChangeArrowheads="1"/>
          </p:cNvSpPr>
          <p:nvPr/>
        </p:nvSpPr>
        <p:spPr bwMode="auto">
          <a:xfrm>
            <a:off x="500063" y="1643063"/>
            <a:ext cx="8429625" cy="450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CN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2947" name="Rectangle 34"/>
          <p:cNvSpPr>
            <a:spLocks noChangeArrowheads="1"/>
          </p:cNvSpPr>
          <p:nvPr/>
        </p:nvSpPr>
        <p:spPr bwMode="auto">
          <a:xfrm>
            <a:off x="234950" y="982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endParaRPr kumimoji="0" lang="zh-CN" altLang="zh-CN" sz="1600">
              <a:solidFill>
                <a:srgbClr val="0066FF"/>
              </a:solidFill>
              <a:ea typeface="华文新魏" pitchFamily="2" charset="-122"/>
            </a:endParaRPr>
          </a:p>
        </p:txBody>
      </p:sp>
      <p:grpSp>
        <p:nvGrpSpPr>
          <p:cNvPr id="82948" name="组合 9"/>
          <p:cNvGrpSpPr>
            <a:grpSpLocks/>
          </p:cNvGrpSpPr>
          <p:nvPr/>
        </p:nvGrpSpPr>
        <p:grpSpPr bwMode="auto">
          <a:xfrm>
            <a:off x="755650" y="1773238"/>
            <a:ext cx="7735888" cy="1571625"/>
            <a:chOff x="751806" y="4449306"/>
            <a:chExt cx="7735621" cy="1571982"/>
          </a:xfrm>
        </p:grpSpPr>
        <p:sp>
          <p:nvSpPr>
            <p:cNvPr id="8" name="Rectangle 36"/>
            <p:cNvSpPr>
              <a:spLocks noChangeArrowheads="1"/>
            </p:cNvSpPr>
            <p:nvPr/>
          </p:nvSpPr>
          <p:spPr bwMode="auto">
            <a:xfrm>
              <a:off x="751806" y="4449306"/>
              <a:ext cx="2658971" cy="7081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indent="304800" eaLnBrk="0" hangingPunct="0">
                <a:defRPr sz="1600" b="1">
                  <a:solidFill>
                    <a:srgbClr val="0066FF"/>
                  </a:solidFill>
                  <a:latin typeface="Arial" pitchFamily="34" charset="0"/>
                  <a:ea typeface="华文新魏" pitchFamily="2" charset="-122"/>
                </a:defRPr>
              </a:lvl1pPr>
              <a:lvl2pPr eaLnBrk="0" hangingPunct="0">
                <a:defRPr sz="1600" b="1">
                  <a:solidFill>
                    <a:srgbClr val="0066FF"/>
                  </a:solidFill>
                  <a:latin typeface="Arial" pitchFamily="34" charset="0"/>
                  <a:ea typeface="华文新魏" pitchFamily="2" charset="-122"/>
                </a:defRPr>
              </a:lvl2pPr>
              <a:lvl3pPr eaLnBrk="0" hangingPunct="0">
                <a:defRPr sz="1600" b="1">
                  <a:solidFill>
                    <a:srgbClr val="0066FF"/>
                  </a:solidFill>
                  <a:latin typeface="Arial" pitchFamily="34" charset="0"/>
                  <a:ea typeface="华文新魏" pitchFamily="2" charset="-122"/>
                </a:defRPr>
              </a:lvl3pPr>
              <a:lvl4pPr eaLnBrk="0" hangingPunct="0">
                <a:defRPr sz="1600" b="1">
                  <a:solidFill>
                    <a:srgbClr val="0066FF"/>
                  </a:solidFill>
                  <a:latin typeface="Arial" pitchFamily="34" charset="0"/>
                  <a:ea typeface="华文新魏" pitchFamily="2" charset="-122"/>
                </a:defRPr>
              </a:lvl4pPr>
              <a:lvl5pPr eaLnBrk="0" hangingPunct="0">
                <a:defRPr sz="1600" b="1">
                  <a:solidFill>
                    <a:srgbClr val="0066FF"/>
                  </a:solidFill>
                  <a:latin typeface="Arial" pitchFamily="34" charset="0"/>
                  <a:ea typeface="华文新魏" pitchFamily="2" charset="-122"/>
                </a:defRPr>
              </a:lvl5pPr>
              <a:lvl6pPr algn="r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0066FF"/>
                  </a:solidFill>
                  <a:latin typeface="Arial" pitchFamily="34" charset="0"/>
                  <a:ea typeface="华文新魏" pitchFamily="2" charset="-122"/>
                </a:defRPr>
              </a:lvl6pPr>
              <a:lvl7pPr algn="r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0066FF"/>
                  </a:solidFill>
                  <a:latin typeface="Arial" pitchFamily="34" charset="0"/>
                  <a:ea typeface="华文新魏" pitchFamily="2" charset="-122"/>
                </a:defRPr>
              </a:lvl7pPr>
              <a:lvl8pPr algn="r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0066FF"/>
                  </a:solidFill>
                  <a:latin typeface="Arial" pitchFamily="34" charset="0"/>
                  <a:ea typeface="华文新魏" pitchFamily="2" charset="-122"/>
                </a:defRPr>
              </a:lvl8pPr>
              <a:lvl9pPr algn="r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0066FF"/>
                  </a:solidFill>
                  <a:latin typeface="Arial" pitchFamily="34" charset="0"/>
                  <a:ea typeface="华文新魏" pitchFamily="2" charset="-122"/>
                </a:defRPr>
              </a:lvl9pPr>
            </a:lstStyle>
            <a:p>
              <a:pPr algn="l">
                <a:defRPr/>
              </a:pPr>
              <a:r>
                <a:rPr lang="en-US" altLang="zh-CN" sz="2400" dirty="0" smtClean="0">
                  <a:solidFill>
                    <a:schemeClr val="tx1"/>
                  </a:solidFill>
                  <a:latin typeface="+mn-ea"/>
                  <a:ea typeface="楷体_GB2312"/>
                  <a:cs typeface="Times New Roman" pitchFamily="18" charset="0"/>
                </a:rPr>
                <a:t>2</a:t>
              </a:r>
              <a:r>
                <a:rPr lang="zh-CN" altLang="en-US" sz="2400" dirty="0" smtClean="0">
                  <a:solidFill>
                    <a:schemeClr val="tx1"/>
                  </a:solidFill>
                  <a:latin typeface="+mn-ea"/>
                  <a:ea typeface="楷体_GB2312"/>
                  <a:cs typeface="Times New Roman" pitchFamily="18" charset="0"/>
                </a:rPr>
                <a:t>）</a:t>
              </a:r>
              <a:r>
                <a:rPr lang="en-US" altLang="zh-CN" sz="2400" dirty="0" smtClean="0">
                  <a:solidFill>
                    <a:schemeClr val="tx1"/>
                  </a:solidFill>
                  <a:latin typeface="+mn-ea"/>
                  <a:ea typeface="楷体_GB2312"/>
                  <a:cs typeface="Times New Roman" pitchFamily="18" charset="0"/>
                </a:rPr>
                <a:t>3</a:t>
              </a:r>
              <a:r>
                <a:rPr lang="zh-CN" altLang="en-US" sz="2400" dirty="0" smtClean="0">
                  <a:solidFill>
                    <a:schemeClr val="tx1"/>
                  </a:solidFill>
                  <a:latin typeface="+mn-ea"/>
                  <a:ea typeface="楷体_GB2312"/>
                  <a:cs typeface="Times New Roman" pitchFamily="18" charset="0"/>
                </a:rPr>
                <a:t>操作数指令</a:t>
              </a:r>
            </a:p>
            <a:p>
              <a:pPr algn="l">
                <a:defRPr/>
              </a:pPr>
              <a:endParaRPr lang="zh-CN" altLang="en-US" dirty="0" smtClean="0"/>
            </a:p>
          </p:txBody>
        </p:sp>
        <p:pic>
          <p:nvPicPr>
            <p:cNvPr id="82953" name="图片 5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1846" y="4980879"/>
              <a:ext cx="7375581" cy="1040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2949" name="Rectangle 37"/>
          <p:cNvSpPr>
            <a:spLocks noChangeArrowheads="1"/>
          </p:cNvSpPr>
          <p:nvPr/>
        </p:nvSpPr>
        <p:spPr bwMode="auto">
          <a:xfrm>
            <a:off x="387350" y="1135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endParaRPr kumimoji="0" lang="zh-CN" altLang="zh-CN" sz="1600">
              <a:solidFill>
                <a:srgbClr val="0066FF"/>
              </a:solidFill>
              <a:ea typeface="华文新魏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43013" y="3509963"/>
            <a:ext cx="7127875" cy="1016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ADD </a:t>
            </a:r>
            <a:r>
              <a:rPr lang="en-US" altLang="zh-CN" sz="2000" dirty="0" err="1">
                <a:solidFill>
                  <a:schemeClr val="tx1"/>
                </a:solidFill>
                <a:latin typeface="+mn-ea"/>
                <a:ea typeface="+mn-ea"/>
              </a:rPr>
              <a:t>rd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en-US" altLang="zh-CN" sz="2000" dirty="0" err="1">
                <a:solidFill>
                  <a:schemeClr val="tx1"/>
                </a:solidFill>
                <a:latin typeface="+mn-ea"/>
                <a:ea typeface="+mn-ea"/>
              </a:rPr>
              <a:t>rs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en-US" altLang="zh-CN" sz="2000" dirty="0" err="1">
                <a:solidFill>
                  <a:schemeClr val="tx1"/>
                </a:solidFill>
                <a:latin typeface="+mn-ea"/>
                <a:ea typeface="+mn-ea"/>
              </a:rPr>
              <a:t>rt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；</a:t>
            </a:r>
            <a:r>
              <a:rPr lang="en-US" altLang="zh-CN" sz="2000" dirty="0" err="1">
                <a:solidFill>
                  <a:schemeClr val="tx1"/>
                </a:solidFill>
                <a:latin typeface="+mn-ea"/>
                <a:ea typeface="+mn-ea"/>
              </a:rPr>
              <a:t>rd</a:t>
            </a:r>
            <a:r>
              <a:rPr lang="en-US" altLang="zh-CN" sz="2000" dirty="0" err="1">
                <a:solidFill>
                  <a:schemeClr val="tx1"/>
                </a:solidFill>
                <a:latin typeface="+mn-ea"/>
              </a:rPr>
              <a:t>←</a:t>
            </a:r>
            <a:r>
              <a:rPr lang="en-US" altLang="zh-CN" sz="2000" dirty="0" err="1">
                <a:solidFill>
                  <a:schemeClr val="tx1"/>
                </a:solidFill>
                <a:latin typeface="+mn-ea"/>
                <a:ea typeface="+mn-ea"/>
              </a:rPr>
              <a:t>rs+rt</a:t>
            </a:r>
            <a:r>
              <a:rPr lang="zh-CN" altLang="zh-CN" sz="2000" dirty="0">
                <a:solidFill>
                  <a:schemeClr val="tx1"/>
                </a:solidFill>
                <a:latin typeface="+mn-ea"/>
                <a:ea typeface="+mn-ea"/>
              </a:rPr>
              <a:t>；有符号加</a:t>
            </a:r>
            <a:endParaRPr lang="en-US" altLang="zh-CN" sz="2000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l">
              <a:defRPr/>
            </a:pP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ADD $0, $1, $2 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；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$0←$1+$2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endParaRPr lang="en-US" altLang="zh-CN" sz="2000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l">
              <a:defRPr/>
            </a:pP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000000 00001 00010 00000 00000 100000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>
          <a:xfrm>
            <a:off x="1524000" y="381000"/>
            <a:ext cx="7467600" cy="762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kumimoji="1" lang="en-US" altLang="zh-CN" sz="3600" b="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4.7 </a:t>
            </a:r>
            <a:r>
              <a:rPr kumimoji="1" lang="zh-CN" altLang="en-US" sz="3600" b="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指令系统举例</a:t>
            </a:r>
          </a:p>
          <a:p>
            <a:pPr algn="ctr">
              <a:defRPr/>
            </a:pPr>
            <a:endParaRPr kumimoji="1" lang="zh-CN" altLang="en-US" sz="3600" b="0" kern="0" dirty="0">
              <a:solidFill>
                <a:schemeClr val="tx2"/>
              </a:solidFill>
              <a:latin typeface="黑体" pitchFamily="2" charset="-122"/>
              <a:ea typeface="黑体" pitchFamily="2" charset="-122"/>
              <a:cs typeface="+mj-cs"/>
            </a:endParaRPr>
          </a:p>
          <a:p>
            <a:pPr algn="ctr">
              <a:defRPr/>
            </a:pPr>
            <a:endParaRPr kumimoji="1" lang="zh-CN" altLang="en-US" sz="3600" b="0" kern="0" dirty="0">
              <a:solidFill>
                <a:schemeClr val="tx2"/>
              </a:solidFill>
              <a:latin typeface="黑体" pitchFamily="2" charset="-122"/>
              <a:ea typeface="黑体" pitchFamily="2" charset="-122"/>
              <a:cs typeface="+mj-cs"/>
            </a:endParaRPr>
          </a:p>
          <a:p>
            <a:pPr algn="ctr">
              <a:defRPr/>
            </a:pPr>
            <a:r>
              <a:rPr kumimoji="1" lang="zh-CN" altLang="en-US" sz="3600" b="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 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8080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ChangeArrowheads="1"/>
          </p:cNvSpPr>
          <p:nvPr/>
        </p:nvSpPr>
        <p:spPr bwMode="auto">
          <a:xfrm>
            <a:off x="500063" y="1643063"/>
            <a:ext cx="8429625" cy="450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CN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3971" name="Rectangle 34"/>
          <p:cNvSpPr>
            <a:spLocks noChangeArrowheads="1"/>
          </p:cNvSpPr>
          <p:nvPr/>
        </p:nvSpPr>
        <p:spPr bwMode="auto">
          <a:xfrm>
            <a:off x="234950" y="982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endParaRPr kumimoji="0" lang="zh-CN" altLang="zh-CN" sz="1600">
              <a:solidFill>
                <a:srgbClr val="0066FF"/>
              </a:solidFill>
              <a:ea typeface="华文新魏" pitchFamily="2" charset="-122"/>
            </a:endParaRPr>
          </a:p>
        </p:txBody>
      </p:sp>
      <p:sp>
        <p:nvSpPr>
          <p:cNvPr id="83972" name="Rectangle 37"/>
          <p:cNvSpPr>
            <a:spLocks noChangeArrowheads="1"/>
          </p:cNvSpPr>
          <p:nvPr/>
        </p:nvSpPr>
        <p:spPr bwMode="auto">
          <a:xfrm>
            <a:off x="387350" y="1135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endParaRPr kumimoji="0" lang="zh-CN" altLang="zh-CN" sz="1600">
              <a:solidFill>
                <a:srgbClr val="0066FF"/>
              </a:solidFill>
              <a:ea typeface="华文新魏" pitchFamily="2" charset="-122"/>
            </a:endParaRPr>
          </a:p>
        </p:txBody>
      </p:sp>
      <p:pic>
        <p:nvPicPr>
          <p:cNvPr id="83973" name="图片 5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2205038"/>
            <a:ext cx="6786562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827088" y="1719263"/>
            <a:ext cx="2195512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304800" eaLnBrk="0" hangingPunct="0">
              <a:defRPr sz="1600" b="1">
                <a:solidFill>
                  <a:srgbClr val="0066FF"/>
                </a:solidFill>
                <a:latin typeface="Arial" pitchFamily="34" charset="0"/>
                <a:ea typeface="华文新魏" pitchFamily="2" charset="-122"/>
              </a:defRPr>
            </a:lvl1pPr>
            <a:lvl2pPr eaLnBrk="0" hangingPunct="0">
              <a:defRPr sz="1600" b="1">
                <a:solidFill>
                  <a:srgbClr val="0066FF"/>
                </a:solidFill>
                <a:latin typeface="Arial" pitchFamily="34" charset="0"/>
                <a:ea typeface="华文新魏" pitchFamily="2" charset="-122"/>
              </a:defRPr>
            </a:lvl2pPr>
            <a:lvl3pPr eaLnBrk="0" hangingPunct="0">
              <a:defRPr sz="1600" b="1">
                <a:solidFill>
                  <a:srgbClr val="0066FF"/>
                </a:solidFill>
                <a:latin typeface="Arial" pitchFamily="34" charset="0"/>
                <a:ea typeface="华文新魏" pitchFamily="2" charset="-122"/>
              </a:defRPr>
            </a:lvl3pPr>
            <a:lvl4pPr eaLnBrk="0" hangingPunct="0">
              <a:defRPr sz="1600" b="1">
                <a:solidFill>
                  <a:srgbClr val="0066FF"/>
                </a:solidFill>
                <a:latin typeface="Arial" pitchFamily="34" charset="0"/>
                <a:ea typeface="华文新魏" pitchFamily="2" charset="-122"/>
              </a:defRPr>
            </a:lvl4pPr>
            <a:lvl5pPr eaLnBrk="0" hangingPunct="0">
              <a:defRPr sz="1600" b="1">
                <a:solidFill>
                  <a:srgbClr val="0066FF"/>
                </a:solidFill>
                <a:latin typeface="Arial" pitchFamily="34" charset="0"/>
                <a:ea typeface="华文新魏" pitchFamily="2" charset="-122"/>
              </a:defRPr>
            </a:lvl5pPr>
            <a:lvl6pPr algn="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0066FF"/>
                </a:solidFill>
                <a:latin typeface="Arial" pitchFamily="34" charset="0"/>
                <a:ea typeface="华文新魏" pitchFamily="2" charset="-122"/>
              </a:defRPr>
            </a:lvl6pPr>
            <a:lvl7pPr algn="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0066FF"/>
                </a:solidFill>
                <a:latin typeface="Arial" pitchFamily="34" charset="0"/>
                <a:ea typeface="华文新魏" pitchFamily="2" charset="-122"/>
              </a:defRPr>
            </a:lvl7pPr>
            <a:lvl8pPr algn="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0066FF"/>
                </a:solidFill>
                <a:latin typeface="Arial" pitchFamily="34" charset="0"/>
                <a:ea typeface="华文新魏" pitchFamily="2" charset="-122"/>
              </a:defRPr>
            </a:lvl8pPr>
            <a:lvl9pPr algn="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0066FF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algn="l"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3</a:t>
            </a:r>
            <a:r>
              <a:rPr lang="zh-CN" altLang="en-US" sz="2400" dirty="0" smtClean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）移位指令</a:t>
            </a:r>
          </a:p>
          <a:p>
            <a:pPr algn="l">
              <a:defRPr/>
            </a:pPr>
            <a:endParaRPr lang="zh-CN" altLang="en-US" dirty="0" smtClean="0"/>
          </a:p>
        </p:txBody>
      </p:sp>
      <p:sp>
        <p:nvSpPr>
          <p:cNvPr id="83975" name="Rectangle 5"/>
          <p:cNvSpPr>
            <a:spLocks noChangeArrowheads="1"/>
          </p:cNvSpPr>
          <p:nvPr/>
        </p:nvSpPr>
        <p:spPr bwMode="auto">
          <a:xfrm>
            <a:off x="234950" y="15081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endParaRPr kumimoji="0" lang="zh-CN" altLang="zh-CN" sz="1600">
              <a:solidFill>
                <a:srgbClr val="0066FF"/>
              </a:solidFill>
              <a:ea typeface="华文新魏" pitchFamily="2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23975" y="3322638"/>
            <a:ext cx="712787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SLL </a:t>
            </a:r>
            <a:r>
              <a:rPr lang="en-US" altLang="zh-CN" sz="2000" dirty="0" err="1">
                <a:solidFill>
                  <a:schemeClr val="tx1"/>
                </a:solidFill>
                <a:latin typeface="+mn-ea"/>
                <a:ea typeface="+mn-ea"/>
              </a:rPr>
              <a:t>rd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en-US" altLang="zh-CN" sz="2000" dirty="0" err="1">
                <a:solidFill>
                  <a:schemeClr val="tx1"/>
                </a:solidFill>
                <a:latin typeface="+mn-ea"/>
                <a:ea typeface="+mn-ea"/>
              </a:rPr>
              <a:t>rt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en-US" altLang="zh-CN" sz="2000" dirty="0" err="1">
                <a:solidFill>
                  <a:schemeClr val="tx1"/>
                </a:solidFill>
                <a:latin typeface="+mn-ea"/>
                <a:ea typeface="+mn-ea"/>
              </a:rPr>
              <a:t>sa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；</a:t>
            </a:r>
            <a:r>
              <a:rPr lang="en-US" altLang="zh-CN" sz="2000" dirty="0" err="1">
                <a:solidFill>
                  <a:schemeClr val="tx1"/>
                </a:solidFill>
                <a:latin typeface="+mn-ea"/>
                <a:ea typeface="+mn-ea"/>
              </a:rPr>
              <a:t>rd</a:t>
            </a:r>
            <a:r>
              <a:rPr lang="en-US" altLang="zh-CN" sz="2000" dirty="0" err="1">
                <a:solidFill>
                  <a:schemeClr val="tx1"/>
                </a:solidFill>
                <a:latin typeface="+mn-ea"/>
              </a:rPr>
              <a:t>←</a:t>
            </a:r>
            <a:r>
              <a:rPr lang="en-US" altLang="zh-CN" sz="2000" dirty="0" err="1">
                <a:solidFill>
                  <a:schemeClr val="tx1"/>
                </a:solidFill>
                <a:latin typeface="+mn-ea"/>
                <a:ea typeface="+mn-ea"/>
              </a:rPr>
              <a:t>rt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 &lt;&lt; </a:t>
            </a:r>
            <a:r>
              <a:rPr lang="en-US" altLang="zh-CN" sz="2000" dirty="0" err="1">
                <a:solidFill>
                  <a:schemeClr val="tx1"/>
                </a:solidFill>
                <a:latin typeface="+mn-ea"/>
                <a:ea typeface="+mn-ea"/>
              </a:rPr>
              <a:t>sa</a:t>
            </a:r>
            <a:r>
              <a:rPr lang="zh-CN" altLang="zh-CN" sz="2000" dirty="0">
                <a:solidFill>
                  <a:schemeClr val="tx1"/>
                </a:solidFill>
                <a:latin typeface="+mn-ea"/>
                <a:ea typeface="+mn-ea"/>
              </a:rPr>
              <a:t>；逻辑左移</a:t>
            </a:r>
            <a:r>
              <a:rPr lang="en-US" altLang="zh-CN" sz="2000" dirty="0" err="1">
                <a:solidFill>
                  <a:schemeClr val="tx1"/>
                </a:solidFill>
                <a:latin typeface="+mn-ea"/>
                <a:ea typeface="+mn-ea"/>
              </a:rPr>
              <a:t>sa</a:t>
            </a:r>
            <a:r>
              <a:rPr lang="zh-CN" altLang="zh-CN" sz="2000" dirty="0">
                <a:solidFill>
                  <a:schemeClr val="tx1"/>
                </a:solidFill>
                <a:latin typeface="+mn-ea"/>
                <a:ea typeface="+mn-ea"/>
              </a:rPr>
              <a:t>位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1524000" y="381000"/>
            <a:ext cx="7467600" cy="762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kumimoji="1" lang="en-US" altLang="zh-CN" sz="3600" b="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4.7 </a:t>
            </a:r>
            <a:r>
              <a:rPr kumimoji="1" lang="zh-CN" altLang="en-US" sz="3600" b="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指令系统举例</a:t>
            </a:r>
          </a:p>
          <a:p>
            <a:pPr algn="ctr">
              <a:defRPr/>
            </a:pPr>
            <a:endParaRPr kumimoji="1" lang="zh-CN" altLang="en-US" sz="3600" b="0" kern="0" dirty="0">
              <a:solidFill>
                <a:schemeClr val="tx2"/>
              </a:solidFill>
              <a:latin typeface="黑体" pitchFamily="2" charset="-122"/>
              <a:ea typeface="黑体" pitchFamily="2" charset="-122"/>
              <a:cs typeface="+mj-cs"/>
            </a:endParaRPr>
          </a:p>
          <a:p>
            <a:pPr algn="ctr">
              <a:defRPr/>
            </a:pPr>
            <a:endParaRPr kumimoji="1" lang="zh-CN" altLang="en-US" sz="3600" b="0" kern="0" dirty="0">
              <a:solidFill>
                <a:schemeClr val="tx2"/>
              </a:solidFill>
              <a:latin typeface="黑体" pitchFamily="2" charset="-122"/>
              <a:ea typeface="黑体" pitchFamily="2" charset="-122"/>
              <a:cs typeface="+mj-cs"/>
            </a:endParaRPr>
          </a:p>
          <a:p>
            <a:pPr algn="ctr">
              <a:defRPr/>
            </a:pPr>
            <a:r>
              <a:rPr kumimoji="1" lang="zh-CN" altLang="en-US" sz="3600" b="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 </a:t>
            </a:r>
          </a:p>
        </p:txBody>
      </p:sp>
      <p:sp>
        <p:nvSpPr>
          <p:cNvPr id="2" name="矩形 1"/>
          <p:cNvSpPr/>
          <p:nvPr/>
        </p:nvSpPr>
        <p:spPr>
          <a:xfrm>
            <a:off x="1355725" y="3722688"/>
            <a:ext cx="7248525" cy="7080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SLL $4, $5, 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  <a:ea typeface="+mn-ea"/>
              </a:rPr>
              <a:t>6 </a:t>
            </a:r>
            <a:r>
              <a:rPr lang="zh-CN" altLang="en-US" sz="2000" dirty="0" smtClean="0">
                <a:solidFill>
                  <a:schemeClr val="tx1"/>
                </a:solidFill>
                <a:latin typeface="+mn-ea"/>
                <a:ea typeface="+mn-ea"/>
              </a:rPr>
              <a:t>； 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</a:rPr>
              <a:t>$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4←$5 &lt;&lt; 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</a:rPr>
              <a:t>6</a:t>
            </a:r>
            <a:r>
              <a:rPr lang="zh-CN" altLang="zh-CN" sz="2000" dirty="0" smtClean="0">
                <a:solidFill>
                  <a:schemeClr val="tx1"/>
                </a:solidFill>
                <a:latin typeface="+mn-ea"/>
              </a:rPr>
              <a:t>；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zh-CN" sz="2000" dirty="0" smtClean="0">
                <a:solidFill>
                  <a:schemeClr val="tx1"/>
                </a:solidFill>
                <a:latin typeface="+mn-ea"/>
                <a:ea typeface="+mn-ea"/>
              </a:rPr>
              <a:t>逻辑左移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  <a:ea typeface="+mn-ea"/>
              </a:rPr>
              <a:t>6</a:t>
            </a:r>
            <a:r>
              <a:rPr lang="zh-CN" altLang="zh-CN" sz="2000" dirty="0">
                <a:solidFill>
                  <a:schemeClr val="tx1"/>
                </a:solidFill>
                <a:latin typeface="+mn-ea"/>
                <a:ea typeface="+mn-ea"/>
              </a:rPr>
              <a:t>位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l">
              <a:defRPr/>
            </a:pP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000000 00000 00101 00100 00110 000000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621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ChangeArrowheads="1"/>
          </p:cNvSpPr>
          <p:nvPr/>
        </p:nvSpPr>
        <p:spPr bwMode="auto">
          <a:xfrm>
            <a:off x="500063" y="1643063"/>
            <a:ext cx="8429625" cy="450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CN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4995" name="Rectangle 34"/>
          <p:cNvSpPr>
            <a:spLocks noChangeArrowheads="1"/>
          </p:cNvSpPr>
          <p:nvPr/>
        </p:nvSpPr>
        <p:spPr bwMode="auto">
          <a:xfrm>
            <a:off x="234950" y="982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endParaRPr kumimoji="0" lang="zh-CN" altLang="zh-CN" sz="1600">
              <a:solidFill>
                <a:srgbClr val="0066FF"/>
              </a:solidFill>
              <a:ea typeface="华文新魏" pitchFamily="2" charset="-122"/>
            </a:endParaRPr>
          </a:p>
        </p:txBody>
      </p:sp>
      <p:sp>
        <p:nvSpPr>
          <p:cNvPr id="84996" name="Rectangle 37"/>
          <p:cNvSpPr>
            <a:spLocks noChangeArrowheads="1"/>
          </p:cNvSpPr>
          <p:nvPr/>
        </p:nvSpPr>
        <p:spPr bwMode="auto">
          <a:xfrm>
            <a:off x="387350" y="1135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endParaRPr kumimoji="0" lang="zh-CN" altLang="zh-CN" sz="1600">
              <a:solidFill>
                <a:srgbClr val="0066FF"/>
              </a:solidFill>
              <a:ea typeface="华文新魏" pitchFamily="2" charset="-122"/>
            </a:endParaRPr>
          </a:p>
        </p:txBody>
      </p:sp>
      <p:sp>
        <p:nvSpPr>
          <p:cNvPr id="84997" name="Rectangle 5"/>
          <p:cNvSpPr>
            <a:spLocks noChangeArrowheads="1"/>
          </p:cNvSpPr>
          <p:nvPr/>
        </p:nvSpPr>
        <p:spPr bwMode="auto">
          <a:xfrm>
            <a:off x="234950" y="15081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endParaRPr kumimoji="0" lang="zh-CN" altLang="zh-CN" sz="1600">
              <a:solidFill>
                <a:srgbClr val="0066FF"/>
              </a:solidFill>
              <a:ea typeface="华文新魏" pitchFamily="2" charset="-122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996950" y="1557338"/>
            <a:ext cx="2660650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04800" algn="l" eaLnBrk="0" hangingPunct="0">
              <a:defRPr/>
            </a:pP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4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）乘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/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除法指令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2550" y="3275013"/>
            <a:ext cx="7129463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MUL </a:t>
            </a:r>
            <a:r>
              <a:rPr lang="en-US" altLang="zh-CN" sz="2000" dirty="0" err="1">
                <a:solidFill>
                  <a:schemeClr val="tx1"/>
                </a:solidFill>
                <a:latin typeface="+mn-ea"/>
                <a:ea typeface="+mn-ea"/>
              </a:rPr>
              <a:t>rd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en-US" altLang="zh-CN" sz="2000" dirty="0" err="1">
                <a:solidFill>
                  <a:schemeClr val="tx1"/>
                </a:solidFill>
                <a:latin typeface="+mn-ea"/>
                <a:ea typeface="+mn-ea"/>
              </a:rPr>
              <a:t>rs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en-US" altLang="zh-CN" sz="2000" dirty="0" err="1">
                <a:solidFill>
                  <a:schemeClr val="tx1"/>
                </a:solidFill>
                <a:latin typeface="+mn-ea"/>
                <a:ea typeface="+mn-ea"/>
              </a:rPr>
              <a:t>rt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； </a:t>
            </a:r>
            <a:r>
              <a:rPr lang="en-US" altLang="zh-CN" sz="2000" dirty="0" err="1">
                <a:solidFill>
                  <a:schemeClr val="tx1"/>
                </a:solidFill>
                <a:latin typeface="+mn-ea"/>
                <a:ea typeface="+mn-ea"/>
              </a:rPr>
              <a:t>rd</a:t>
            </a:r>
            <a:r>
              <a:rPr lang="en-US" altLang="zh-CN" sz="2000" dirty="0" err="1">
                <a:solidFill>
                  <a:schemeClr val="tx1"/>
                </a:solidFill>
                <a:latin typeface="+mn-ea"/>
              </a:rPr>
              <a:t>←</a:t>
            </a:r>
            <a:r>
              <a:rPr lang="en-US" altLang="zh-CN" sz="2000" dirty="0" err="1">
                <a:solidFill>
                  <a:schemeClr val="tx1"/>
                </a:solidFill>
                <a:latin typeface="+mn-ea"/>
                <a:ea typeface="+mn-ea"/>
              </a:rPr>
              <a:t>rs</a:t>
            </a:r>
            <a:r>
              <a:rPr lang="zh-CN" altLang="zh-CN" sz="2000" dirty="0">
                <a:solidFill>
                  <a:schemeClr val="tx1"/>
                </a:solidFill>
                <a:latin typeface="+mn-ea"/>
                <a:ea typeface="+mn-ea"/>
              </a:rPr>
              <a:t>×</a:t>
            </a:r>
            <a:r>
              <a:rPr lang="en-US" altLang="zh-CN" sz="2000" dirty="0" err="1">
                <a:solidFill>
                  <a:schemeClr val="tx1"/>
                </a:solidFill>
                <a:latin typeface="+mn-ea"/>
                <a:ea typeface="+mn-ea"/>
              </a:rPr>
              <a:t>rt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 (</a:t>
            </a:r>
            <a:r>
              <a:rPr lang="zh-CN" altLang="zh-CN" sz="2000" dirty="0">
                <a:solidFill>
                  <a:schemeClr val="tx1"/>
                </a:solidFill>
                <a:latin typeface="+mn-ea"/>
                <a:ea typeface="+mn-ea"/>
              </a:rPr>
              <a:t>只存储结果低位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1524000" y="381000"/>
            <a:ext cx="7467600" cy="762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kumimoji="1" lang="en-US" altLang="zh-CN" sz="3600" b="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4.7 </a:t>
            </a:r>
            <a:r>
              <a:rPr kumimoji="1" lang="zh-CN" altLang="en-US" sz="3600" b="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指令系统举例</a:t>
            </a:r>
          </a:p>
          <a:p>
            <a:pPr algn="ctr">
              <a:defRPr/>
            </a:pPr>
            <a:endParaRPr kumimoji="1" lang="zh-CN" altLang="en-US" sz="3600" b="0" kern="0" dirty="0">
              <a:solidFill>
                <a:schemeClr val="tx2"/>
              </a:solidFill>
              <a:latin typeface="黑体" pitchFamily="2" charset="-122"/>
              <a:ea typeface="黑体" pitchFamily="2" charset="-122"/>
              <a:cs typeface="+mj-cs"/>
            </a:endParaRPr>
          </a:p>
          <a:p>
            <a:pPr algn="ctr">
              <a:defRPr/>
            </a:pPr>
            <a:endParaRPr kumimoji="1" lang="zh-CN" altLang="en-US" sz="3600" b="0" kern="0" dirty="0">
              <a:solidFill>
                <a:schemeClr val="tx2"/>
              </a:solidFill>
              <a:latin typeface="黑体" pitchFamily="2" charset="-122"/>
              <a:ea typeface="黑体" pitchFamily="2" charset="-122"/>
              <a:cs typeface="+mj-cs"/>
            </a:endParaRPr>
          </a:p>
          <a:p>
            <a:pPr algn="ctr">
              <a:defRPr/>
            </a:pPr>
            <a:r>
              <a:rPr kumimoji="1" lang="zh-CN" altLang="en-US" sz="3600" b="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 </a:t>
            </a:r>
          </a:p>
        </p:txBody>
      </p:sp>
      <p:sp>
        <p:nvSpPr>
          <p:cNvPr id="14" name="矩形 13"/>
          <p:cNvSpPr/>
          <p:nvPr/>
        </p:nvSpPr>
        <p:spPr>
          <a:xfrm>
            <a:off x="1355725" y="3725863"/>
            <a:ext cx="7248525" cy="7080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MUL $1, $2, $3 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； 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$1←$2</a:t>
            </a:r>
            <a:r>
              <a:rPr lang="zh-CN" altLang="zh-CN" sz="2000" dirty="0">
                <a:solidFill>
                  <a:schemeClr val="tx1"/>
                </a:solidFill>
                <a:latin typeface="+mn-ea"/>
                <a:ea typeface="+mn-ea"/>
              </a:rPr>
              <a:t>×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$3</a:t>
            </a:r>
          </a:p>
          <a:p>
            <a:pPr algn="l">
              <a:defRPr/>
            </a:pP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011100 00001 00010 00011 00000 000010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85002" name="图片 5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2038350"/>
            <a:ext cx="7375525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692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ChangeArrowheads="1"/>
          </p:cNvSpPr>
          <p:nvPr/>
        </p:nvSpPr>
        <p:spPr bwMode="auto">
          <a:xfrm>
            <a:off x="500063" y="1643063"/>
            <a:ext cx="8429625" cy="450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CN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6019" name="Rectangle 34"/>
          <p:cNvSpPr>
            <a:spLocks noChangeArrowheads="1"/>
          </p:cNvSpPr>
          <p:nvPr/>
        </p:nvSpPr>
        <p:spPr bwMode="auto">
          <a:xfrm>
            <a:off x="234950" y="982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endParaRPr kumimoji="0" lang="zh-CN" altLang="zh-CN" sz="1600">
              <a:solidFill>
                <a:srgbClr val="0066FF"/>
              </a:solidFill>
              <a:ea typeface="华文新魏" pitchFamily="2" charset="-122"/>
            </a:endParaRPr>
          </a:p>
        </p:txBody>
      </p:sp>
      <p:sp>
        <p:nvSpPr>
          <p:cNvPr id="86020" name="Rectangle 37"/>
          <p:cNvSpPr>
            <a:spLocks noChangeArrowheads="1"/>
          </p:cNvSpPr>
          <p:nvPr/>
        </p:nvSpPr>
        <p:spPr bwMode="auto">
          <a:xfrm>
            <a:off x="387350" y="1135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endParaRPr kumimoji="0" lang="zh-CN" altLang="zh-CN" sz="1600">
              <a:solidFill>
                <a:srgbClr val="0066FF"/>
              </a:solidFill>
              <a:ea typeface="华文新魏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82637" y="1692741"/>
            <a:ext cx="7665171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zh-CN" altLang="zh-CN" sz="2800" b="1" dirty="0">
                <a:solidFill>
                  <a:srgbClr val="04619D"/>
                </a:solidFill>
                <a:latin typeface="+mn-ea"/>
                <a:ea typeface="楷体_GB2312"/>
              </a:rPr>
              <a:t>（</a:t>
            </a:r>
            <a:r>
              <a:rPr lang="en-US" altLang="zh-CN" sz="2800" b="1" dirty="0">
                <a:solidFill>
                  <a:srgbClr val="04619D"/>
                </a:solidFill>
                <a:latin typeface="+mn-ea"/>
                <a:ea typeface="楷体_GB2312"/>
              </a:rPr>
              <a:t>2</a:t>
            </a:r>
            <a:r>
              <a:rPr lang="zh-CN" altLang="zh-CN" sz="2800" b="1" dirty="0">
                <a:solidFill>
                  <a:srgbClr val="04619D"/>
                </a:solidFill>
                <a:latin typeface="+mn-ea"/>
                <a:ea typeface="楷体_GB2312"/>
              </a:rPr>
              <a:t>）</a:t>
            </a:r>
            <a:r>
              <a:rPr lang="en-US" altLang="zh-CN" sz="2800" b="1" dirty="0">
                <a:solidFill>
                  <a:srgbClr val="04619D"/>
                </a:solidFill>
                <a:latin typeface="+mn-ea"/>
                <a:ea typeface="楷体_GB2312"/>
              </a:rPr>
              <a:t>Load/Store</a:t>
            </a:r>
            <a:r>
              <a:rPr lang="zh-CN" altLang="zh-CN" sz="2800" b="1" dirty="0" smtClean="0">
                <a:solidFill>
                  <a:srgbClr val="04619D"/>
                </a:solidFill>
                <a:latin typeface="+mn-ea"/>
                <a:ea typeface="楷体_GB2312"/>
              </a:rPr>
              <a:t>指令</a:t>
            </a:r>
            <a:endParaRPr lang="en-US" altLang="zh-CN" sz="2800" b="1" dirty="0" smtClean="0">
              <a:solidFill>
                <a:srgbClr val="04619D"/>
              </a:solidFill>
              <a:latin typeface="+mn-ea"/>
              <a:ea typeface="楷体_GB2312"/>
            </a:endParaRPr>
          </a:p>
          <a:p>
            <a:pPr algn="l">
              <a:defRPr/>
            </a:pPr>
            <a:endParaRPr lang="zh-CN" altLang="zh-CN" sz="2800" dirty="0">
              <a:solidFill>
                <a:schemeClr val="tx1"/>
              </a:solidFill>
              <a:latin typeface="+mn-ea"/>
              <a:ea typeface="楷体_GB2312"/>
            </a:endParaRPr>
          </a:p>
          <a:p>
            <a:pPr algn="l">
              <a:defRPr/>
            </a:pPr>
            <a:r>
              <a:rPr lang="en-US" altLang="zh-CN" sz="2800" dirty="0">
                <a:solidFill>
                  <a:schemeClr val="tx1"/>
                </a:solidFill>
                <a:latin typeface="+mn-ea"/>
                <a:ea typeface="楷体_GB2312"/>
              </a:rPr>
              <a:t>    </a:t>
            </a:r>
            <a:r>
              <a:rPr lang="en-US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Load</a:t>
            </a:r>
            <a:r>
              <a:rPr lang="zh-CN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Store</a:t>
            </a:r>
            <a:r>
              <a:rPr lang="zh-CN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指令都为立即数（</a:t>
            </a:r>
            <a:r>
              <a:rPr lang="en-US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I-type</a:t>
            </a:r>
            <a:r>
              <a:rPr lang="zh-CN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）类型，用来在存储器和通用寄存器之间的储存和装载数据。值得一提的是</a:t>
            </a:r>
            <a:r>
              <a:rPr lang="en-US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MIPS</a:t>
            </a:r>
            <a:r>
              <a:rPr lang="zh-CN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指令集只有该类指令访问内存，而其他指令都在寄存器之间进行，所以指令的执行速度较高。该类指令只有基址寄存器的值加上扩展的</a:t>
            </a:r>
            <a:r>
              <a:rPr lang="en-US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16</a:t>
            </a:r>
            <a:r>
              <a:rPr lang="zh-CN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位有符号立即数一种寻址模式，数据的存取方式可以是字节（</a:t>
            </a:r>
            <a:r>
              <a:rPr lang="en-US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byte</a:t>
            </a:r>
            <a:r>
              <a:rPr lang="zh-CN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）、字（</a:t>
            </a:r>
            <a:r>
              <a:rPr lang="en-US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word</a:t>
            </a:r>
            <a:r>
              <a:rPr lang="zh-CN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）和双字（</a:t>
            </a:r>
            <a:r>
              <a:rPr lang="en-US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Double word</a:t>
            </a:r>
            <a:r>
              <a:rPr lang="zh-CN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）。</a:t>
            </a:r>
            <a:endParaRPr lang="zh-CN" altLang="en-US" sz="28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524000" y="381000"/>
            <a:ext cx="7467600" cy="762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kumimoji="1" lang="en-US" altLang="zh-CN" sz="3600" b="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4.7 </a:t>
            </a:r>
            <a:r>
              <a:rPr kumimoji="1" lang="zh-CN" altLang="en-US" sz="3600" b="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指令系统举例</a:t>
            </a:r>
          </a:p>
          <a:p>
            <a:pPr algn="ctr">
              <a:defRPr/>
            </a:pPr>
            <a:endParaRPr kumimoji="1" lang="zh-CN" altLang="en-US" sz="3600" b="0" kern="0" dirty="0">
              <a:solidFill>
                <a:schemeClr val="tx2"/>
              </a:solidFill>
              <a:latin typeface="黑体" pitchFamily="2" charset="-122"/>
              <a:ea typeface="黑体" pitchFamily="2" charset="-122"/>
              <a:cs typeface="+mj-cs"/>
            </a:endParaRPr>
          </a:p>
          <a:p>
            <a:pPr algn="ctr">
              <a:defRPr/>
            </a:pPr>
            <a:endParaRPr kumimoji="1" lang="zh-CN" altLang="en-US" sz="3600" b="0" kern="0" dirty="0">
              <a:solidFill>
                <a:schemeClr val="tx2"/>
              </a:solidFill>
              <a:latin typeface="黑体" pitchFamily="2" charset="-122"/>
              <a:ea typeface="黑体" pitchFamily="2" charset="-122"/>
              <a:cs typeface="+mj-cs"/>
            </a:endParaRPr>
          </a:p>
          <a:p>
            <a:pPr algn="ctr">
              <a:defRPr/>
            </a:pPr>
            <a:r>
              <a:rPr kumimoji="1" lang="zh-CN" altLang="en-US" sz="3600" b="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 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5142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524000" y="381000"/>
            <a:ext cx="7467600" cy="762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kumimoji="1" lang="en-US" altLang="zh-CN" sz="3600" b="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4.7 </a:t>
            </a:r>
            <a:r>
              <a:rPr kumimoji="1" lang="zh-CN" altLang="en-US" sz="3600" b="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指令系统举例</a:t>
            </a:r>
          </a:p>
          <a:p>
            <a:pPr algn="ctr">
              <a:defRPr/>
            </a:pPr>
            <a:endParaRPr kumimoji="1" lang="zh-CN" altLang="en-US" sz="3600" b="0" kern="0" dirty="0">
              <a:solidFill>
                <a:schemeClr val="tx2"/>
              </a:solidFill>
              <a:latin typeface="黑体" pitchFamily="2" charset="-122"/>
              <a:ea typeface="黑体" pitchFamily="2" charset="-122"/>
              <a:cs typeface="+mj-cs"/>
            </a:endParaRPr>
          </a:p>
          <a:p>
            <a:pPr algn="ctr">
              <a:defRPr/>
            </a:pPr>
            <a:endParaRPr kumimoji="1" lang="zh-CN" altLang="en-US" sz="3600" b="0" kern="0" dirty="0">
              <a:solidFill>
                <a:schemeClr val="tx2"/>
              </a:solidFill>
              <a:latin typeface="黑体" pitchFamily="2" charset="-122"/>
              <a:ea typeface="黑体" pitchFamily="2" charset="-122"/>
              <a:cs typeface="+mj-cs"/>
            </a:endParaRPr>
          </a:p>
          <a:p>
            <a:pPr algn="ctr">
              <a:defRPr/>
            </a:pPr>
            <a:r>
              <a:rPr kumimoji="1" lang="zh-CN" altLang="en-US" sz="3600" b="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 </a:t>
            </a:r>
          </a:p>
        </p:txBody>
      </p:sp>
      <p:pic>
        <p:nvPicPr>
          <p:cNvPr id="87043" name="图片 5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844675"/>
            <a:ext cx="7129462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042988" y="2924175"/>
            <a:ext cx="7345362" cy="16319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LW </a:t>
            </a:r>
            <a:r>
              <a:rPr lang="en-US" altLang="zh-CN" sz="2000" dirty="0" err="1">
                <a:solidFill>
                  <a:schemeClr val="tx1"/>
                </a:solidFill>
                <a:latin typeface="+mn-ea"/>
                <a:ea typeface="+mn-ea"/>
              </a:rPr>
              <a:t>rt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, offset(base) 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；</a:t>
            </a:r>
            <a:r>
              <a:rPr lang="en-US" altLang="zh-CN" sz="2000" dirty="0" err="1">
                <a:solidFill>
                  <a:schemeClr val="tx1"/>
                </a:solidFill>
                <a:latin typeface="+mn-ea"/>
                <a:ea typeface="+mn-ea"/>
              </a:rPr>
              <a:t>rt</a:t>
            </a:r>
            <a:r>
              <a:rPr lang="en-US" altLang="zh-CN" sz="2000" dirty="0" err="1">
                <a:solidFill>
                  <a:schemeClr val="tx1"/>
                </a:solidFill>
                <a:latin typeface="+mn-ea"/>
              </a:rPr>
              <a:t>←</a:t>
            </a:r>
            <a:r>
              <a:rPr lang="en-US" altLang="zh-CN" sz="2000" dirty="0" err="1">
                <a:solidFill>
                  <a:schemeClr val="tx1"/>
                </a:solidFill>
                <a:latin typeface="+mn-ea"/>
                <a:ea typeface="+mn-ea"/>
              </a:rPr>
              <a:t>memory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[</a:t>
            </a:r>
            <a:r>
              <a:rPr lang="en-US" altLang="zh-CN" sz="2000" dirty="0" err="1">
                <a:solidFill>
                  <a:schemeClr val="tx1"/>
                </a:solidFill>
                <a:latin typeface="+mn-ea"/>
                <a:ea typeface="+mn-ea"/>
              </a:rPr>
              <a:t>base+offset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]</a:t>
            </a:r>
            <a:r>
              <a:rPr lang="zh-CN" altLang="zh-CN" sz="2000" dirty="0">
                <a:solidFill>
                  <a:schemeClr val="tx1"/>
                </a:solidFill>
                <a:latin typeface="+mn-ea"/>
                <a:ea typeface="+mn-ea"/>
              </a:rPr>
              <a:t>；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Load</a:t>
            </a:r>
            <a:r>
              <a:rPr lang="zh-CN" altLang="zh-CN" sz="2000" dirty="0">
                <a:solidFill>
                  <a:schemeClr val="tx1"/>
                </a:solidFill>
                <a:latin typeface="+mn-ea"/>
                <a:ea typeface="+mn-ea"/>
              </a:rPr>
              <a:t>全字</a:t>
            </a:r>
            <a:endParaRPr lang="en-US" altLang="zh-CN" sz="2000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l">
              <a:defRPr/>
            </a:pPr>
            <a:r>
              <a:rPr lang="en-US" altLang="zh-CN" sz="2000" dirty="0" err="1">
                <a:solidFill>
                  <a:schemeClr val="tx1"/>
                </a:solidFill>
                <a:latin typeface="+mn-ea"/>
                <a:ea typeface="+mn-ea"/>
              </a:rPr>
              <a:t>Lw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 $5, 0x100($7)     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；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$5←[$7+0x100]</a:t>
            </a:r>
          </a:p>
          <a:p>
            <a:pPr algn="l">
              <a:defRPr/>
            </a:pP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100011 00111 00101 0000000100000000</a:t>
            </a:r>
          </a:p>
          <a:p>
            <a:pPr algn="l">
              <a:defRPr/>
            </a:pPr>
            <a:endParaRPr lang="en-US" altLang="zh-CN" sz="2000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l">
              <a:defRPr/>
            </a:pP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SW </a:t>
            </a:r>
            <a:r>
              <a:rPr lang="en-US" altLang="zh-CN" sz="2000" dirty="0" err="1">
                <a:solidFill>
                  <a:schemeClr val="tx1"/>
                </a:solidFill>
                <a:latin typeface="+mn-ea"/>
                <a:ea typeface="+mn-ea"/>
              </a:rPr>
              <a:t>rt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, offset(base) 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；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memory[</a:t>
            </a:r>
            <a:r>
              <a:rPr lang="en-US" altLang="zh-CN" sz="2000" dirty="0" err="1">
                <a:solidFill>
                  <a:schemeClr val="tx1"/>
                </a:solidFill>
                <a:latin typeface="+mn-ea"/>
                <a:ea typeface="+mn-ea"/>
              </a:rPr>
              <a:t>base+offset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]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←</a:t>
            </a:r>
            <a:r>
              <a:rPr lang="en-US" altLang="zh-CN" sz="2000" dirty="0" err="1">
                <a:solidFill>
                  <a:schemeClr val="tx1"/>
                </a:solidFill>
                <a:latin typeface="+mn-ea"/>
                <a:ea typeface="+mn-ea"/>
              </a:rPr>
              <a:t>rt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037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00113" y="1483739"/>
            <a:ext cx="7343775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>
              <a:defRPr/>
            </a:pPr>
            <a:r>
              <a:rPr lang="zh-CN" altLang="zh-CN" sz="2800" b="1" dirty="0">
                <a:solidFill>
                  <a:srgbClr val="04619D"/>
                </a:solidFill>
                <a:latin typeface="+mn-ea"/>
                <a:ea typeface="楷体_GB2312"/>
              </a:rPr>
              <a:t>（</a:t>
            </a:r>
            <a:r>
              <a:rPr lang="en-US" altLang="zh-CN" sz="2800" b="1" dirty="0">
                <a:solidFill>
                  <a:srgbClr val="04619D"/>
                </a:solidFill>
                <a:latin typeface="+mn-ea"/>
                <a:ea typeface="楷体_GB2312"/>
              </a:rPr>
              <a:t>3</a:t>
            </a:r>
            <a:r>
              <a:rPr lang="zh-CN" altLang="zh-CN" sz="2800" b="1" dirty="0">
                <a:solidFill>
                  <a:srgbClr val="04619D"/>
                </a:solidFill>
                <a:latin typeface="+mn-ea"/>
                <a:ea typeface="楷体_GB2312"/>
              </a:rPr>
              <a:t>）跳转</a:t>
            </a:r>
            <a:r>
              <a:rPr lang="en-US" altLang="zh-CN" sz="2800" b="1" dirty="0">
                <a:solidFill>
                  <a:srgbClr val="04619D"/>
                </a:solidFill>
                <a:latin typeface="+mn-ea"/>
                <a:ea typeface="楷体_GB2312"/>
              </a:rPr>
              <a:t>jump</a:t>
            </a:r>
          </a:p>
          <a:p>
            <a:pPr algn="l">
              <a:defRPr/>
            </a:pPr>
            <a:r>
              <a:rPr lang="en-US" altLang="zh-CN" sz="2800" dirty="0">
                <a:solidFill>
                  <a:schemeClr val="tx1"/>
                </a:solidFill>
                <a:latin typeface="+mn-ea"/>
                <a:ea typeface="楷体_GB2312"/>
              </a:rPr>
              <a:t>    </a:t>
            </a:r>
            <a:endParaRPr lang="en-US" altLang="zh-CN" sz="2800" dirty="0" smtClean="0">
              <a:solidFill>
                <a:schemeClr val="tx1"/>
              </a:solidFill>
              <a:latin typeface="+mn-ea"/>
              <a:ea typeface="楷体_GB2312"/>
            </a:endParaRPr>
          </a:p>
          <a:p>
            <a:pPr>
              <a:defRPr/>
            </a:pPr>
            <a:r>
              <a:rPr lang="en-US" altLang="zh-CN" sz="2800" dirty="0" smtClean="0">
                <a:solidFill>
                  <a:schemeClr val="tx1"/>
                </a:solidFill>
                <a:latin typeface="+mn-ea"/>
                <a:ea typeface="楷体_GB2312"/>
              </a:rPr>
              <a:t>    </a:t>
            </a:r>
            <a:r>
              <a:rPr lang="zh-CN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所有</a:t>
            </a:r>
            <a:r>
              <a:rPr lang="zh-CN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的跳转目的的第一条指令从存储器中取出并执行。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524000" y="381000"/>
            <a:ext cx="7467600" cy="762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kumimoji="1" lang="en-US" altLang="zh-CN" sz="3600" b="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4.7 </a:t>
            </a:r>
            <a:r>
              <a:rPr kumimoji="1" lang="zh-CN" altLang="en-US" sz="3600" b="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指令系统举例</a:t>
            </a:r>
          </a:p>
          <a:p>
            <a:pPr algn="ctr">
              <a:defRPr/>
            </a:pPr>
            <a:endParaRPr kumimoji="1" lang="zh-CN" altLang="en-US" sz="3600" b="0" kern="0" dirty="0">
              <a:solidFill>
                <a:schemeClr val="tx2"/>
              </a:solidFill>
              <a:latin typeface="黑体" pitchFamily="2" charset="-122"/>
              <a:ea typeface="黑体" pitchFamily="2" charset="-122"/>
              <a:cs typeface="+mj-cs"/>
            </a:endParaRPr>
          </a:p>
          <a:p>
            <a:pPr algn="ctr">
              <a:defRPr/>
            </a:pPr>
            <a:endParaRPr kumimoji="1" lang="zh-CN" altLang="en-US" sz="3600" b="0" kern="0" dirty="0">
              <a:solidFill>
                <a:schemeClr val="tx2"/>
              </a:solidFill>
              <a:latin typeface="黑体" pitchFamily="2" charset="-122"/>
              <a:ea typeface="黑体" pitchFamily="2" charset="-122"/>
              <a:cs typeface="+mj-cs"/>
            </a:endParaRPr>
          </a:p>
          <a:p>
            <a:pPr algn="ctr">
              <a:defRPr/>
            </a:pPr>
            <a:r>
              <a:rPr kumimoji="1" lang="zh-CN" altLang="en-US" sz="3600" b="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 </a:t>
            </a:r>
          </a:p>
        </p:txBody>
      </p:sp>
      <p:pic>
        <p:nvPicPr>
          <p:cNvPr id="88068" name="图片 6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7663" y="4081754"/>
            <a:ext cx="6800850" cy="938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55650" y="3586454"/>
            <a:ext cx="2646363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304800" eaLnBrk="0" hangingPunct="0">
              <a:defRPr sz="1600" b="1">
                <a:solidFill>
                  <a:srgbClr val="0066FF"/>
                </a:solidFill>
                <a:latin typeface="Arial" pitchFamily="34" charset="0"/>
                <a:ea typeface="华文新魏" pitchFamily="2" charset="-122"/>
              </a:defRPr>
            </a:lvl1pPr>
            <a:lvl2pPr eaLnBrk="0" hangingPunct="0">
              <a:defRPr sz="1600" b="1">
                <a:solidFill>
                  <a:srgbClr val="0066FF"/>
                </a:solidFill>
                <a:latin typeface="Arial" pitchFamily="34" charset="0"/>
                <a:ea typeface="华文新魏" pitchFamily="2" charset="-122"/>
              </a:defRPr>
            </a:lvl2pPr>
            <a:lvl3pPr eaLnBrk="0" hangingPunct="0">
              <a:defRPr sz="1600" b="1">
                <a:solidFill>
                  <a:srgbClr val="0066FF"/>
                </a:solidFill>
                <a:latin typeface="Arial" pitchFamily="34" charset="0"/>
                <a:ea typeface="华文新魏" pitchFamily="2" charset="-122"/>
              </a:defRPr>
            </a:lvl3pPr>
            <a:lvl4pPr eaLnBrk="0" hangingPunct="0">
              <a:defRPr sz="1600" b="1">
                <a:solidFill>
                  <a:srgbClr val="0066FF"/>
                </a:solidFill>
                <a:latin typeface="Arial" pitchFamily="34" charset="0"/>
                <a:ea typeface="华文新魏" pitchFamily="2" charset="-122"/>
              </a:defRPr>
            </a:lvl4pPr>
            <a:lvl5pPr eaLnBrk="0" hangingPunct="0">
              <a:defRPr sz="1600" b="1">
                <a:solidFill>
                  <a:srgbClr val="0066FF"/>
                </a:solidFill>
                <a:latin typeface="Arial" pitchFamily="34" charset="0"/>
                <a:ea typeface="华文新魏" pitchFamily="2" charset="-122"/>
              </a:defRPr>
            </a:lvl5pPr>
            <a:lvl6pPr algn="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0066FF"/>
                </a:solidFill>
                <a:latin typeface="Arial" pitchFamily="34" charset="0"/>
                <a:ea typeface="华文新魏" pitchFamily="2" charset="-122"/>
              </a:defRPr>
            </a:lvl6pPr>
            <a:lvl7pPr algn="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0066FF"/>
                </a:solidFill>
                <a:latin typeface="Arial" pitchFamily="34" charset="0"/>
                <a:ea typeface="华文新魏" pitchFamily="2" charset="-122"/>
              </a:defRPr>
            </a:lvl7pPr>
            <a:lvl8pPr algn="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0066FF"/>
                </a:solidFill>
                <a:latin typeface="Arial" pitchFamily="34" charset="0"/>
                <a:ea typeface="华文新魏" pitchFamily="2" charset="-122"/>
              </a:defRPr>
            </a:lvl8pPr>
            <a:lvl9pPr algn="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0066FF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algn="l"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Jump</a:t>
            </a:r>
            <a:r>
              <a:rPr lang="zh-CN" altLang="en-US" sz="2400" dirty="0" smtClean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指令格式：</a:t>
            </a:r>
            <a:endParaRPr lang="zh-CN" altLang="en-US" sz="240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algn="l">
              <a:defRPr/>
            </a:pPr>
            <a:endParaRPr lang="zh-CN" altLang="en-US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1617663" y="5170779"/>
            <a:ext cx="66262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J target 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；</a:t>
            </a:r>
            <a:r>
              <a:rPr lang="zh-CN" altLang="zh-CN" sz="2000" dirty="0">
                <a:solidFill>
                  <a:schemeClr val="tx1"/>
                </a:solidFill>
                <a:latin typeface="+mn-ea"/>
                <a:ea typeface="+mn-ea"/>
              </a:rPr>
              <a:t>在当前指令附近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256MB</a:t>
            </a:r>
            <a:r>
              <a:rPr lang="zh-CN" altLang="zh-CN" sz="2000" dirty="0">
                <a:solidFill>
                  <a:schemeClr val="tx1"/>
                </a:solidFill>
                <a:latin typeface="+mn-ea"/>
                <a:ea typeface="+mn-ea"/>
              </a:rPr>
              <a:t>的范围内跳转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845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524000" y="381000"/>
            <a:ext cx="7467600" cy="762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kumimoji="1" lang="en-US" altLang="zh-CN" sz="3600" b="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4.7 </a:t>
            </a:r>
            <a:r>
              <a:rPr kumimoji="1" lang="zh-CN" altLang="en-US" sz="3600" b="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指令系统举例</a:t>
            </a:r>
          </a:p>
          <a:p>
            <a:pPr algn="ctr">
              <a:defRPr/>
            </a:pPr>
            <a:endParaRPr kumimoji="1" lang="zh-CN" altLang="en-US" sz="3600" b="0" kern="0" dirty="0">
              <a:solidFill>
                <a:schemeClr val="tx2"/>
              </a:solidFill>
              <a:latin typeface="黑体" pitchFamily="2" charset="-122"/>
              <a:ea typeface="黑体" pitchFamily="2" charset="-122"/>
              <a:cs typeface="+mj-cs"/>
            </a:endParaRPr>
          </a:p>
          <a:p>
            <a:pPr algn="ctr">
              <a:defRPr/>
            </a:pPr>
            <a:endParaRPr kumimoji="1" lang="zh-CN" altLang="en-US" sz="3600" b="0" kern="0" dirty="0">
              <a:solidFill>
                <a:schemeClr val="tx2"/>
              </a:solidFill>
              <a:latin typeface="黑体" pitchFamily="2" charset="-122"/>
              <a:ea typeface="黑体" pitchFamily="2" charset="-122"/>
              <a:cs typeface="+mj-cs"/>
            </a:endParaRPr>
          </a:p>
          <a:p>
            <a:pPr algn="ctr">
              <a:defRPr/>
            </a:pPr>
            <a:r>
              <a:rPr kumimoji="1" lang="zh-CN" altLang="en-US" sz="3600" b="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 </a:t>
            </a:r>
          </a:p>
        </p:txBody>
      </p:sp>
      <p:sp>
        <p:nvSpPr>
          <p:cNvPr id="3" name="矩形 2"/>
          <p:cNvSpPr/>
          <p:nvPr/>
        </p:nvSpPr>
        <p:spPr>
          <a:xfrm>
            <a:off x="571500" y="1484313"/>
            <a:ext cx="85725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zh-CN" sz="2800" b="1" dirty="0">
                <a:solidFill>
                  <a:srgbClr val="04619D"/>
                </a:solidFill>
                <a:latin typeface="+mn-ea"/>
                <a:ea typeface="楷体_GB2312"/>
              </a:rPr>
              <a:t>（</a:t>
            </a:r>
            <a:r>
              <a:rPr lang="en-US" altLang="zh-CN" sz="2800" b="1" dirty="0">
                <a:solidFill>
                  <a:srgbClr val="04619D"/>
                </a:solidFill>
                <a:latin typeface="+mn-ea"/>
                <a:ea typeface="楷体_GB2312"/>
              </a:rPr>
              <a:t>4</a:t>
            </a:r>
            <a:r>
              <a:rPr lang="zh-CN" altLang="zh-CN" sz="2800" b="1" dirty="0">
                <a:solidFill>
                  <a:srgbClr val="04619D"/>
                </a:solidFill>
                <a:latin typeface="+mn-ea"/>
                <a:ea typeface="楷体_GB2312"/>
              </a:rPr>
              <a:t>）寄存器传送指令</a:t>
            </a:r>
          </a:p>
          <a:p>
            <a:pPr algn="l">
              <a:defRPr/>
            </a:pPr>
            <a:r>
              <a:rPr lang="en-US" altLang="zh-CN" sz="2800" dirty="0">
                <a:solidFill>
                  <a:schemeClr val="tx1"/>
                </a:solidFill>
                <a:latin typeface="+mn-ea"/>
                <a:ea typeface="楷体_GB2312"/>
              </a:rPr>
              <a:t>    </a:t>
            </a:r>
            <a:r>
              <a:rPr lang="zh-CN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寄存器传送指令用来在系统的通用寄存器（</a:t>
            </a:r>
            <a:r>
              <a:rPr lang="en-US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GPR</a:t>
            </a:r>
            <a:r>
              <a:rPr lang="zh-CN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）、乘除法专用寄存器（</a:t>
            </a:r>
            <a:r>
              <a:rPr lang="en-US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HI</a:t>
            </a:r>
            <a:r>
              <a:rPr lang="zh-CN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en-US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LO</a:t>
            </a:r>
            <a:r>
              <a:rPr lang="zh-CN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）之间传送数据，这些指令分为有条件传送和无条件传送</a:t>
            </a:r>
            <a:r>
              <a:rPr lang="en-US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种类型</a:t>
            </a:r>
            <a:r>
              <a:rPr lang="zh-CN" altLang="zh-CN" sz="2800" dirty="0">
                <a:solidFill>
                  <a:schemeClr val="tx1"/>
                </a:solidFill>
                <a:latin typeface="+mn-ea"/>
                <a:ea typeface="楷体_GB2312"/>
              </a:rPr>
              <a:t>。</a:t>
            </a:r>
          </a:p>
          <a:p>
            <a:pPr algn="l">
              <a:defRPr/>
            </a:pPr>
            <a:endParaRPr lang="en-US" altLang="zh-CN" sz="2800" b="1" dirty="0" smtClean="0">
              <a:solidFill>
                <a:schemeClr val="tx1"/>
              </a:solidFill>
              <a:latin typeface="+mn-ea"/>
              <a:ea typeface="楷体_GB2312"/>
            </a:endParaRPr>
          </a:p>
          <a:p>
            <a:pPr>
              <a:defRPr/>
            </a:pPr>
            <a:r>
              <a:rPr lang="zh-CN" altLang="zh-CN" sz="2800" b="1" dirty="0">
                <a:solidFill>
                  <a:srgbClr val="04619D"/>
                </a:solidFill>
                <a:latin typeface="+mn-ea"/>
                <a:ea typeface="楷体_GB2312"/>
              </a:rPr>
              <a:t>（</a:t>
            </a:r>
            <a:r>
              <a:rPr lang="en-US" altLang="zh-CN" sz="2800" b="1" dirty="0">
                <a:solidFill>
                  <a:srgbClr val="04619D"/>
                </a:solidFill>
                <a:latin typeface="+mn-ea"/>
                <a:ea typeface="楷体_GB2312"/>
              </a:rPr>
              <a:t>5</a:t>
            </a:r>
            <a:r>
              <a:rPr lang="zh-CN" altLang="zh-CN" sz="2800" b="1" dirty="0">
                <a:solidFill>
                  <a:srgbClr val="04619D"/>
                </a:solidFill>
                <a:latin typeface="+mn-ea"/>
                <a:ea typeface="楷体_GB2312"/>
              </a:rPr>
              <a:t>）专用指令</a:t>
            </a:r>
          </a:p>
          <a:p>
            <a:pPr algn="l">
              <a:defRPr/>
            </a:pPr>
            <a:r>
              <a:rPr lang="en-US" altLang="zh-CN" sz="2800" dirty="0">
                <a:solidFill>
                  <a:schemeClr val="tx1"/>
                </a:solidFill>
                <a:latin typeface="+mn-ea"/>
                <a:ea typeface="楷体_GB2312"/>
              </a:rPr>
              <a:t>    </a:t>
            </a:r>
            <a:r>
              <a:rPr lang="zh-CN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专用指令用来产生软件中断，当执行这类指令的时候，</a:t>
            </a:r>
            <a:r>
              <a:rPr lang="en-US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CPU</a:t>
            </a:r>
            <a:r>
              <a:rPr lang="zh-CN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产生异常并转入中断处理程序。这些指令有系统调用（</a:t>
            </a:r>
            <a:r>
              <a:rPr lang="en-US" altLang="zh-CN" sz="2800" dirty="0" err="1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Syscall</a:t>
            </a:r>
            <a:r>
              <a:rPr lang="zh-CN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），暂停（</a:t>
            </a:r>
            <a:r>
              <a:rPr lang="en-US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Break</a:t>
            </a:r>
            <a:r>
              <a:rPr lang="zh-CN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）和</a:t>
            </a:r>
            <a:r>
              <a:rPr lang="en-US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Trap</a:t>
            </a:r>
            <a:r>
              <a:rPr lang="zh-CN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指令等，主要用于软件的异常处理。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262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42988" y="1628775"/>
            <a:ext cx="74168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>
              <a:defRPr/>
            </a:pPr>
            <a:r>
              <a:rPr lang="zh-CN" altLang="zh-CN" sz="2800" b="1" dirty="0">
                <a:solidFill>
                  <a:srgbClr val="04619D"/>
                </a:solidFill>
                <a:latin typeface="+mn-ea"/>
                <a:ea typeface="楷体_GB2312"/>
              </a:rPr>
              <a:t>（</a:t>
            </a:r>
            <a:r>
              <a:rPr lang="en-US" altLang="zh-CN" sz="2800" b="1" dirty="0">
                <a:solidFill>
                  <a:srgbClr val="04619D"/>
                </a:solidFill>
                <a:latin typeface="+mn-ea"/>
                <a:ea typeface="楷体_GB2312"/>
              </a:rPr>
              <a:t>6</a:t>
            </a:r>
            <a:r>
              <a:rPr lang="zh-CN" altLang="zh-CN" sz="2800" b="1" dirty="0">
                <a:solidFill>
                  <a:srgbClr val="04619D"/>
                </a:solidFill>
                <a:latin typeface="+mn-ea"/>
                <a:ea typeface="楷体_GB2312"/>
              </a:rPr>
              <a:t>）协处理器指令</a:t>
            </a:r>
          </a:p>
          <a:p>
            <a:pPr algn="l">
              <a:defRPr/>
            </a:pPr>
            <a:r>
              <a:rPr lang="en-US" altLang="zh-CN" sz="2800" dirty="0" smtClean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</a:t>
            </a:r>
            <a:r>
              <a:rPr lang="zh-CN" altLang="zh-CN" sz="2800" dirty="0" smtClean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协处理器</a:t>
            </a:r>
            <a:r>
              <a:rPr lang="zh-CN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指令对协处理器进行操作。协处理器的</a:t>
            </a:r>
            <a:r>
              <a:rPr lang="en-US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Load</a:t>
            </a:r>
            <a:r>
              <a:rPr lang="zh-CN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Store</a:t>
            </a:r>
            <a:r>
              <a:rPr lang="zh-CN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指令是立即数类型，每个协处理器指令的格式依协处理器不同而不同</a:t>
            </a:r>
            <a:r>
              <a:rPr lang="zh-CN" altLang="zh-CN" sz="2800" dirty="0" smtClean="0">
                <a:solidFill>
                  <a:schemeClr val="tx1"/>
                </a:solidFill>
                <a:latin typeface="+mn-ea"/>
                <a:ea typeface="楷体_GB2312"/>
              </a:rPr>
              <a:t>。</a:t>
            </a:r>
            <a:endParaRPr lang="en-US" altLang="zh-CN" sz="2800" dirty="0" smtClean="0">
              <a:solidFill>
                <a:schemeClr val="tx1"/>
              </a:solidFill>
              <a:latin typeface="+mn-ea"/>
              <a:ea typeface="楷体_GB2312"/>
            </a:endParaRPr>
          </a:p>
          <a:p>
            <a:pPr algn="l">
              <a:defRPr/>
            </a:pPr>
            <a:endParaRPr lang="zh-CN" altLang="zh-CN" sz="2800" dirty="0">
              <a:solidFill>
                <a:schemeClr val="tx1"/>
              </a:solidFill>
              <a:latin typeface="+mn-ea"/>
              <a:ea typeface="楷体_GB2312"/>
            </a:endParaRPr>
          </a:p>
          <a:p>
            <a:pPr algn="l">
              <a:defRPr/>
            </a:pPr>
            <a:r>
              <a:rPr lang="zh-CN" altLang="zh-CN" sz="2800" b="1" dirty="0">
                <a:solidFill>
                  <a:srgbClr val="04619D"/>
                </a:solidFill>
                <a:latin typeface="+mn-ea"/>
                <a:ea typeface="楷体_GB2312"/>
              </a:rPr>
              <a:t>（</a:t>
            </a:r>
            <a:r>
              <a:rPr lang="en-US" altLang="zh-CN" sz="2800" b="1" dirty="0">
                <a:solidFill>
                  <a:srgbClr val="04619D"/>
                </a:solidFill>
                <a:latin typeface="+mn-ea"/>
                <a:ea typeface="楷体_GB2312"/>
              </a:rPr>
              <a:t>7</a:t>
            </a:r>
            <a:r>
              <a:rPr lang="zh-CN" altLang="zh-CN" sz="2800" b="1" dirty="0">
                <a:solidFill>
                  <a:srgbClr val="04619D"/>
                </a:solidFill>
                <a:latin typeface="+mn-ea"/>
                <a:ea typeface="楷体_GB2312"/>
              </a:rPr>
              <a:t>）系统控制协处理器（</a:t>
            </a:r>
            <a:r>
              <a:rPr lang="en-US" altLang="zh-CN" sz="2800" b="1" dirty="0">
                <a:solidFill>
                  <a:srgbClr val="04619D"/>
                </a:solidFill>
                <a:latin typeface="+mn-ea"/>
                <a:ea typeface="楷体_GB2312"/>
              </a:rPr>
              <a:t>CP0</a:t>
            </a:r>
            <a:r>
              <a:rPr lang="zh-CN" altLang="zh-CN" sz="2800" b="1" dirty="0">
                <a:solidFill>
                  <a:srgbClr val="04619D"/>
                </a:solidFill>
                <a:latin typeface="+mn-ea"/>
                <a:ea typeface="楷体_GB2312"/>
              </a:rPr>
              <a:t>）指令</a:t>
            </a:r>
          </a:p>
          <a:p>
            <a:pPr>
              <a:defRPr/>
            </a:pPr>
            <a:r>
              <a:rPr lang="en-US" altLang="zh-CN" sz="2800" dirty="0" smtClean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</a:t>
            </a:r>
            <a:r>
              <a:rPr lang="zh-CN" altLang="zh-CN" sz="2800" dirty="0" smtClean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系统</a:t>
            </a:r>
            <a:r>
              <a:rPr lang="zh-CN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控制协处理器（</a:t>
            </a:r>
            <a:r>
              <a:rPr lang="en-US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CP0</a:t>
            </a:r>
            <a:r>
              <a:rPr lang="zh-CN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）指令执行对</a:t>
            </a:r>
            <a:r>
              <a:rPr lang="en-US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CP0</a:t>
            </a:r>
            <a:r>
              <a:rPr lang="zh-CN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寄存器的操作来控制处理器的存储器并执行异常处理。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524000" y="381000"/>
            <a:ext cx="7467600" cy="762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kumimoji="1" lang="en-US" altLang="zh-CN" sz="3600" b="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4.7 </a:t>
            </a:r>
            <a:r>
              <a:rPr kumimoji="1" lang="zh-CN" altLang="en-US" sz="3600" b="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指令系统举例</a:t>
            </a:r>
          </a:p>
          <a:p>
            <a:pPr algn="ctr">
              <a:defRPr/>
            </a:pPr>
            <a:endParaRPr kumimoji="1" lang="zh-CN" altLang="en-US" sz="3600" b="0" kern="0" dirty="0">
              <a:solidFill>
                <a:schemeClr val="tx2"/>
              </a:solidFill>
              <a:latin typeface="黑体" pitchFamily="2" charset="-122"/>
              <a:ea typeface="黑体" pitchFamily="2" charset="-122"/>
              <a:cs typeface="+mj-cs"/>
            </a:endParaRPr>
          </a:p>
          <a:p>
            <a:pPr>
              <a:defRPr/>
            </a:pPr>
            <a:endParaRPr lang="zh-CN" altLang="en-US" sz="2800" b="1" dirty="0">
              <a:solidFill>
                <a:srgbClr val="04619D"/>
              </a:solidFill>
              <a:latin typeface="+mn-ea"/>
              <a:ea typeface="楷体_GB2312"/>
            </a:endParaRPr>
          </a:p>
          <a:p>
            <a:pPr algn="ctr">
              <a:defRPr/>
            </a:pPr>
            <a:r>
              <a:rPr kumimoji="1" lang="zh-CN" altLang="en-US" sz="3600" b="0" kern="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 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193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3" t="15384" b="513"/>
          <a:stretch>
            <a:fillRect/>
          </a:stretch>
        </p:blipFill>
        <p:spPr bwMode="auto">
          <a:xfrm>
            <a:off x="0" y="1"/>
            <a:ext cx="9143999" cy="4760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任意多边形 13"/>
          <p:cNvSpPr/>
          <p:nvPr/>
        </p:nvSpPr>
        <p:spPr>
          <a:xfrm>
            <a:off x="0" y="2842036"/>
            <a:ext cx="9143999" cy="2051818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gradFill>
            <a:gsLst>
              <a:gs pos="0">
                <a:srgbClr val="04619D"/>
              </a:gs>
              <a:gs pos="100000">
                <a:srgbClr val="342275">
                  <a:alpha val="8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/>
        </p:nvSpPr>
        <p:spPr>
          <a:xfrm>
            <a:off x="0" y="3379990"/>
            <a:ext cx="9143999" cy="3478011"/>
          </a:xfrm>
          <a:custGeom>
            <a:avLst/>
            <a:gdLst>
              <a:gd name="connsiteX0" fmla="*/ 9143999 w 9143999"/>
              <a:gd name="connsiteY0" fmla="*/ 0 h 3478011"/>
              <a:gd name="connsiteX1" fmla="*/ 9143999 w 9143999"/>
              <a:gd name="connsiteY1" fmla="*/ 1393716 h 3478011"/>
              <a:gd name="connsiteX2" fmla="*/ 9143999 w 9143999"/>
              <a:gd name="connsiteY2" fmla="*/ 1513865 h 3478011"/>
              <a:gd name="connsiteX3" fmla="*/ 9143999 w 9143999"/>
              <a:gd name="connsiteY3" fmla="*/ 3478011 h 3478011"/>
              <a:gd name="connsiteX4" fmla="*/ 0 w 9143999"/>
              <a:gd name="connsiteY4" fmla="*/ 3478011 h 3478011"/>
              <a:gd name="connsiteX5" fmla="*/ 0 w 9143999"/>
              <a:gd name="connsiteY5" fmla="*/ 1513865 h 3478011"/>
              <a:gd name="connsiteX6" fmla="*/ 0 w 9143999"/>
              <a:gd name="connsiteY6" fmla="*/ 1393716 h 3478011"/>
              <a:gd name="connsiteX7" fmla="*/ 0 w 9143999"/>
              <a:gd name="connsiteY7" fmla="*/ 846204 h 3478011"/>
              <a:gd name="connsiteX8" fmla="*/ 303379 w 9143999"/>
              <a:gd name="connsiteY8" fmla="*/ 970246 h 3478011"/>
              <a:gd name="connsiteX9" fmla="*/ 8360497 w 9143999"/>
              <a:gd name="connsiteY9" fmla="*/ 342756 h 3478011"/>
              <a:gd name="connsiteX10" fmla="*/ 8941037 w 9143999"/>
              <a:gd name="connsiteY10" fmla="*/ 98098 h 3478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43999" h="3478011">
                <a:moveTo>
                  <a:pt x="9143999" y="0"/>
                </a:moveTo>
                <a:lnTo>
                  <a:pt x="9143999" y="1393716"/>
                </a:lnTo>
                <a:lnTo>
                  <a:pt x="9143999" y="1513865"/>
                </a:lnTo>
                <a:lnTo>
                  <a:pt x="9143999" y="3478011"/>
                </a:lnTo>
                <a:lnTo>
                  <a:pt x="0" y="3478011"/>
                </a:lnTo>
                <a:lnTo>
                  <a:pt x="0" y="1513865"/>
                </a:lnTo>
                <a:lnTo>
                  <a:pt x="0" y="1393716"/>
                </a:lnTo>
                <a:lnTo>
                  <a:pt x="0" y="846204"/>
                </a:lnTo>
                <a:lnTo>
                  <a:pt x="303379" y="970246"/>
                </a:lnTo>
                <a:cubicBezTo>
                  <a:pt x="2685816" y="1852356"/>
                  <a:pt x="6241504" y="1135756"/>
                  <a:pt x="8360497" y="342756"/>
                </a:cubicBezTo>
                <a:cubicBezTo>
                  <a:pt x="8544757" y="273800"/>
                  <a:pt x="8739002" y="191802"/>
                  <a:pt x="8941037" y="98098"/>
                </a:cubicBezTo>
                <a:close/>
              </a:path>
            </a:pathLst>
          </a:custGeom>
          <a:gradFill flip="none" rotWithShape="1">
            <a:gsLst>
              <a:gs pos="17000">
                <a:schemeClr val="bg1"/>
              </a:gs>
              <a:gs pos="100000">
                <a:srgbClr val="DFDFDF">
                  <a:lumMod val="52000"/>
                  <a:lumOff val="48000"/>
                </a:srgbClr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ea typeface="微软雅黑" panose="020B0503020204020204" pitchFamily="34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588842" y="5305300"/>
            <a:ext cx="2228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3600" b="1" smtClean="0">
                <a:solidFill>
                  <a:srgbClr val="04619D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谢谢聆听</a:t>
            </a:r>
            <a:endParaRPr lang="en-US" altLang="zh-CN" sz="3600" b="1" dirty="0" smtClean="0">
              <a:solidFill>
                <a:srgbClr val="04619D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r">
              <a:lnSpc>
                <a:spcPct val="120000"/>
              </a:lnSpc>
            </a:pPr>
            <a:r>
              <a:rPr lang="en-US" altLang="zh-CN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Thank You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975"/>
          <a:stretch>
            <a:fillRect/>
          </a:stretch>
        </p:blipFill>
        <p:spPr>
          <a:xfrm>
            <a:off x="352949" y="5516842"/>
            <a:ext cx="865985" cy="869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rtlCol="0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sz="1800" b="0" i="0" u="none" strike="noStrike" cap="none" normalizeH="0" baseline="0" dirty="0" smtClean="0">
            <a:ln>
              <a:noFill/>
            </a:ln>
            <a:solidFill>
              <a:schemeClr val="tx2"/>
            </a:solidFill>
            <a:effectLst/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>
        <a:noAutofit/>
      </a:bodyPr>
      <a:lstStyle>
        <a:defPPr algn="l">
          <a:defRPr sz="18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1150</Words>
  <Application>Microsoft Office PowerPoint</Application>
  <PresentationFormat>全屏显示(4:3)</PresentationFormat>
  <Paragraphs>146</Paragraphs>
  <Slides>20</Slides>
  <Notes>15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2" baseType="lpstr">
      <vt:lpstr>默认设计模板</vt:lpstr>
      <vt:lpstr>Microsoft Visio 绘图</vt:lpstr>
      <vt:lpstr>7.2 MIPS32 指令系统介绍</vt:lpstr>
      <vt:lpstr>PowerPoint 演示文稿</vt:lpstr>
      <vt:lpstr>7.2.1 指令格式及类型</vt:lpstr>
      <vt:lpstr>PowerPoint 演示文稿</vt:lpstr>
      <vt:lpstr>PowerPoint 演示文稿</vt:lpstr>
      <vt:lpstr>PowerPoint 演示文稿</vt:lpstr>
      <vt:lpstr>7.2.2 指令的寻址</vt:lpstr>
      <vt:lpstr>寄存器相对寻址</vt:lpstr>
      <vt:lpstr>PC相对寻址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PPTfans网设计</dc:title>
  <dc:creator>林辉强</dc:creator>
  <cp:keywords>www.pptfans.cn</cp:keywords>
  <cp:lastModifiedBy>ddzhang</cp:lastModifiedBy>
  <cp:revision>1687</cp:revision>
  <cp:lastPrinted>2113-01-01T00:00:00Z</cp:lastPrinted>
  <dcterms:created xsi:type="dcterms:W3CDTF">2113-01-01T00:00:00Z</dcterms:created>
  <dcterms:modified xsi:type="dcterms:W3CDTF">2018-03-06T09:39:29Z</dcterms:modified>
  <cp:category>ppt模板设计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2052-10.1.0.7106</vt:lpwstr>
  </property>
</Properties>
</file>